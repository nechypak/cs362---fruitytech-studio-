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 id="214748370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Darker Grotesque Medium"/>
      <p:regular r:id="rId21"/>
      <p:bold r:id="rId22"/>
    </p:embeddedFont>
    <p:embeddedFont>
      <p:font typeface="Instrument Sans SemiBold"/>
      <p:regular r:id="rId23"/>
      <p:bold r:id="rId24"/>
      <p:italic r:id="rId25"/>
      <p:boldItalic r:id="rId26"/>
    </p:embeddedFont>
    <p:embeddedFont>
      <p:font typeface="Instrument Sans Medium"/>
      <p:regular r:id="rId27"/>
      <p:bold r:id="rId28"/>
      <p:italic r:id="rId29"/>
      <p:boldItalic r:id="rId30"/>
    </p:embeddedFont>
    <p:embeddedFont>
      <p:font typeface="Darker Grotesque"/>
      <p:regular r:id="rId31"/>
      <p:bold r:id="rId32"/>
    </p:embeddedFont>
    <p:embeddedFont>
      <p:font typeface="Instrument Sans"/>
      <p:regular r:id="rId33"/>
      <p:bold r:id="rId34"/>
      <p:italic r:id="rId35"/>
      <p:boldItalic r:id="rId36"/>
    </p:embeddedFont>
    <p:embeddedFont>
      <p:font typeface="Archiv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chivo-boldItalic.fntdata"/><Relationship Id="rId20" Type="http://schemas.openxmlformats.org/officeDocument/2006/relationships/slide" Target="slides/slide14.xml"/><Relationship Id="rId22" Type="http://schemas.openxmlformats.org/officeDocument/2006/relationships/font" Target="fonts/DarkerGrotesqueMedium-bold.fntdata"/><Relationship Id="rId21" Type="http://schemas.openxmlformats.org/officeDocument/2006/relationships/font" Target="fonts/DarkerGrotesqueMedium-regular.fntdata"/><Relationship Id="rId24" Type="http://schemas.openxmlformats.org/officeDocument/2006/relationships/font" Target="fonts/InstrumentSansSemiBold-bold.fntdata"/><Relationship Id="rId23" Type="http://schemas.openxmlformats.org/officeDocument/2006/relationships/font" Target="fonts/InstrumentSansSemiBol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strumentSansSemiBold-boldItalic.fntdata"/><Relationship Id="rId25" Type="http://schemas.openxmlformats.org/officeDocument/2006/relationships/font" Target="fonts/InstrumentSansSemiBold-italic.fntdata"/><Relationship Id="rId28" Type="http://schemas.openxmlformats.org/officeDocument/2006/relationships/font" Target="fonts/InstrumentSansMedium-bold.fntdata"/><Relationship Id="rId27" Type="http://schemas.openxmlformats.org/officeDocument/2006/relationships/font" Target="fonts/InstrumentSans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strumentSans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arkerGrotesque-regular.fntdata"/><Relationship Id="rId30" Type="http://schemas.openxmlformats.org/officeDocument/2006/relationships/font" Target="fonts/InstrumentSansMedium-boldItalic.fntdata"/><Relationship Id="rId11" Type="http://schemas.openxmlformats.org/officeDocument/2006/relationships/slide" Target="slides/slide5.xml"/><Relationship Id="rId33" Type="http://schemas.openxmlformats.org/officeDocument/2006/relationships/font" Target="fonts/InstrumentSans-regular.fntdata"/><Relationship Id="rId10" Type="http://schemas.openxmlformats.org/officeDocument/2006/relationships/slide" Target="slides/slide4.xml"/><Relationship Id="rId32" Type="http://schemas.openxmlformats.org/officeDocument/2006/relationships/font" Target="fonts/DarkerGrotesque-bold.fntdata"/><Relationship Id="rId13" Type="http://schemas.openxmlformats.org/officeDocument/2006/relationships/slide" Target="slides/slide7.xml"/><Relationship Id="rId35" Type="http://schemas.openxmlformats.org/officeDocument/2006/relationships/font" Target="fonts/InstrumentSans-italic.fntdata"/><Relationship Id="rId12" Type="http://schemas.openxmlformats.org/officeDocument/2006/relationships/slide" Target="slides/slide6.xml"/><Relationship Id="rId34" Type="http://schemas.openxmlformats.org/officeDocument/2006/relationships/font" Target="fonts/InstrumentSans-bold.fntdata"/><Relationship Id="rId15" Type="http://schemas.openxmlformats.org/officeDocument/2006/relationships/slide" Target="slides/slide9.xml"/><Relationship Id="rId37" Type="http://schemas.openxmlformats.org/officeDocument/2006/relationships/font" Target="fonts/Archivo-regular.fntdata"/><Relationship Id="rId14" Type="http://schemas.openxmlformats.org/officeDocument/2006/relationships/slide" Target="slides/slide8.xml"/><Relationship Id="rId36" Type="http://schemas.openxmlformats.org/officeDocument/2006/relationships/font" Target="fonts/InstrumentSans-boldItalic.fntdata"/><Relationship Id="rId17" Type="http://schemas.openxmlformats.org/officeDocument/2006/relationships/slide" Target="slides/slide11.xml"/><Relationship Id="rId39" Type="http://schemas.openxmlformats.org/officeDocument/2006/relationships/font" Target="fonts/Archivo-italic.fntdata"/><Relationship Id="rId16" Type="http://schemas.openxmlformats.org/officeDocument/2006/relationships/slide" Target="slides/slide10.xml"/><Relationship Id="rId38" Type="http://schemas.openxmlformats.org/officeDocument/2006/relationships/font" Target="fonts/Archiv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bd9734a441_2_1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bd9734a441_2_1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bd9734a441_2_1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bd9734a441_2_1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d9734a441_2_1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bd9734a441_2_1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d9734a441_2_1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bd9734a441_2_1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bd9734a441_2_1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bd9734a441_2_1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presentation layer</a:t>
            </a:r>
            <a:endParaRPr/>
          </a:p>
          <a:p>
            <a:pPr indent="-298450" lvl="0" marL="457200" rtl="0" algn="l">
              <a:spcBef>
                <a:spcPts val="0"/>
              </a:spcBef>
              <a:spcAft>
                <a:spcPts val="0"/>
              </a:spcAft>
              <a:buSzPts val="1100"/>
              <a:buChar char="-"/>
            </a:pPr>
            <a:r>
              <a:rPr lang="en"/>
              <a:t>Contains all the UI elements</a:t>
            </a:r>
            <a:endParaRPr/>
          </a:p>
          <a:p>
            <a:pPr indent="-298450" lvl="0" marL="457200" rtl="0" algn="l">
              <a:spcBef>
                <a:spcPts val="0"/>
              </a:spcBef>
              <a:spcAft>
                <a:spcPts val="0"/>
              </a:spcAft>
              <a:buSzPts val="1100"/>
              <a:buChar char="-"/>
            </a:pPr>
            <a:r>
              <a:rPr lang="en"/>
              <a:t>Only for the user to interact with, so it doesn’t at all handle audio playback, saving data, timing, etc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d9734a441_2_1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bd9734a441_2_1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At the core of the system is a centralized audio manager. Instead of each sound object controlling its own timing, all playback is scheduled through a single component. We also decided to have a global tempo so we’ll have one set BPM that will govern all the sound objects. We will also have deterministic DSP </a:t>
            </a:r>
            <a:r>
              <a:rPr lang="en"/>
              <a:t>scheduling</a:t>
            </a:r>
            <a:r>
              <a:rPr lang="en"/>
              <a:t> which means we will time our audio independently from the framerate, which is </a:t>
            </a:r>
            <a:r>
              <a:rPr lang="en"/>
              <a:t>crucial for audio sync. </a:t>
            </a:r>
            <a:r>
              <a:rPr lang="en"/>
              <a:t>These design </a:t>
            </a:r>
            <a:r>
              <a:rPr lang="en"/>
              <a:t>decisions</a:t>
            </a:r>
            <a:r>
              <a:rPr lang="en"/>
              <a:t> avoid timing drift and audio sync, which is our biggest risk.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d9734a441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bd9734a441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system will convert BPM into exact time values such as seconds per beat and seconds per bar. When a user presses play or adds a sound, the audio manager schedules playback to begin at the next bar boundary. </a:t>
            </a:r>
            <a:r>
              <a:rPr lang="en">
                <a:solidFill>
                  <a:schemeClr val="dk1"/>
                </a:solidFill>
              </a:rPr>
              <a:t>Each placed sound object is registered with the unity audio engine. The objects will have an AudioSource and will apply updates like volume or mute in real time, while staying synced with the global tempo.</a:t>
            </a:r>
            <a:r>
              <a:rPr lang="en"/>
              <a:t> </a:t>
            </a:r>
            <a:r>
              <a:rPr lang="en"/>
              <a:t>Placement validation happens at the game logic layer, ensuring that sound objects are only created in valid sandbox regions and that their parameters stay within allowed ranges.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bd9734a441_2_1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bd9734a441_2_1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UI is designed to be user friendly while </a:t>
            </a:r>
            <a:r>
              <a:rPr lang="en"/>
              <a:t>balancing</a:t>
            </a:r>
            <a:r>
              <a:rPr lang="en"/>
              <a:t> approachability for beginners with useful control for more experienced users. The drag-and-drop sound palette is the entry point. Users can choose from preloaded sound objects, so there’s no need to import files or configure instruments. The piano roll acts as the main sandbox. Instead of a traditional timeline-first workflow, users visually place notes and loops, which makes rhythm and repetition easier to understand. The toolbar provides global controls like play/pause, global volume, looping, and saving. It also features time and BPM display. The timeline and track view give users more control once they’re comfortable. Each sound has its own track where volume, mute, and solo which can be adjusted without breaking synchronization.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educational hint popups will appear contextually. These help beginners understand how to use the tools and concepts like looping, tempo, and layering to start. These hints may also cover more advanced music theory concepts like harmony, rhythm, mixing, etc.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d9734a441_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bd9734a441_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t>FruityTech Studio is designed to teach musical concepts implicitly through interaction. Instead of tutorials or manuals, the system introduces concepts at the moment they become relevant. For example, when a user places their first sound object, a hint may explain looping. When multiple sounds are layered, a hint may introduce rhythm or balance. Educational hint popups appear contextually. They explain both how to use the tools and why certain musical ideas work. For example, a hint might explain how tempo affects looping, or why muting a track can help isolate rhythm. Beginners are introduced to core concepts like looping, tempo, and layering first. More advanced ideas such as harmony, rhythm patterns, and basic mixing are introduced gradually, so they don’t overwhelm new users. This approach allows the system to support learning without breaking the creative flow, making the experience both educational and enjoyable.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bd9734a441_2_1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bd9734a441_2_1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bd9734a441_2_1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bd9734a441_2_1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bd9734a441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bd9734a441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bd9734a441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bd9734a441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bd9734a441_3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bd9734a441_3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14300" y="92175"/>
            <a:ext cx="8915400" cy="2353800"/>
          </a:xfrm>
          <a:prstGeom prst="rect">
            <a:avLst/>
          </a:prstGeom>
        </p:spPr>
        <p:txBody>
          <a:bodyPr anchorCtr="0" anchor="t" bIns="91425" lIns="91425" spcFirstLastPara="1" rIns="91425" wrap="square" tIns="91425">
            <a:noAutofit/>
          </a:bodyPr>
          <a:lstStyle>
            <a:lvl1pPr lvl="0">
              <a:spcBef>
                <a:spcPts val="0"/>
              </a:spcBef>
              <a:spcAft>
                <a:spcPts val="0"/>
              </a:spcAft>
              <a:buSzPts val="15900"/>
              <a:buNone/>
              <a:defRPr sz="15900"/>
            </a:lvl1pPr>
            <a:lvl2pPr lvl="1">
              <a:spcBef>
                <a:spcPts val="0"/>
              </a:spcBef>
              <a:spcAft>
                <a:spcPts val="0"/>
              </a:spcAft>
              <a:buSzPts val="15900"/>
              <a:buNone/>
              <a:defRPr sz="15900"/>
            </a:lvl2pPr>
            <a:lvl3pPr lvl="2">
              <a:spcBef>
                <a:spcPts val="0"/>
              </a:spcBef>
              <a:spcAft>
                <a:spcPts val="0"/>
              </a:spcAft>
              <a:buSzPts val="15900"/>
              <a:buNone/>
              <a:defRPr sz="15900"/>
            </a:lvl3pPr>
            <a:lvl4pPr lvl="3">
              <a:spcBef>
                <a:spcPts val="0"/>
              </a:spcBef>
              <a:spcAft>
                <a:spcPts val="0"/>
              </a:spcAft>
              <a:buSzPts val="15900"/>
              <a:buNone/>
              <a:defRPr sz="15900"/>
            </a:lvl4pPr>
            <a:lvl5pPr lvl="4">
              <a:spcBef>
                <a:spcPts val="0"/>
              </a:spcBef>
              <a:spcAft>
                <a:spcPts val="0"/>
              </a:spcAft>
              <a:buSzPts val="15900"/>
              <a:buNone/>
              <a:defRPr sz="15900"/>
            </a:lvl5pPr>
            <a:lvl6pPr lvl="5">
              <a:spcBef>
                <a:spcPts val="0"/>
              </a:spcBef>
              <a:spcAft>
                <a:spcPts val="0"/>
              </a:spcAft>
              <a:buSzPts val="15900"/>
              <a:buNone/>
              <a:defRPr sz="15900"/>
            </a:lvl6pPr>
            <a:lvl7pPr lvl="6">
              <a:spcBef>
                <a:spcPts val="0"/>
              </a:spcBef>
              <a:spcAft>
                <a:spcPts val="0"/>
              </a:spcAft>
              <a:buSzPts val="15900"/>
              <a:buNone/>
              <a:defRPr sz="15900"/>
            </a:lvl7pPr>
            <a:lvl8pPr lvl="7">
              <a:spcBef>
                <a:spcPts val="0"/>
              </a:spcBef>
              <a:spcAft>
                <a:spcPts val="0"/>
              </a:spcAft>
              <a:buSzPts val="15900"/>
              <a:buNone/>
              <a:defRPr sz="15900"/>
            </a:lvl8pPr>
            <a:lvl9pPr lvl="8">
              <a:spcBef>
                <a:spcPts val="0"/>
              </a:spcBef>
              <a:spcAft>
                <a:spcPts val="0"/>
              </a:spcAft>
              <a:buSzPts val="15900"/>
              <a:buNone/>
              <a:defRPr sz="15900"/>
            </a:lvl9pPr>
          </a:lstStyle>
          <a:p/>
        </p:txBody>
      </p:sp>
      <p:sp>
        <p:nvSpPr>
          <p:cNvPr id="55" name="Google Shape;55;p14"/>
          <p:cNvSpPr/>
          <p:nvPr/>
        </p:nvSpPr>
        <p:spPr>
          <a:xfrm>
            <a:off x="4249625" y="3488450"/>
            <a:ext cx="4665900" cy="1431600"/>
          </a:xfrm>
          <a:prstGeom prst="roundRect">
            <a:avLst>
              <a:gd fmla="val 8852"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4"/>
          <p:cNvSpPr txBox="1"/>
          <p:nvPr>
            <p:ph idx="2" type="title"/>
          </p:nvPr>
        </p:nvSpPr>
        <p:spPr>
          <a:xfrm>
            <a:off x="4637775" y="3665450"/>
            <a:ext cx="4041000" cy="1254600"/>
          </a:xfrm>
          <a:prstGeom prst="rect">
            <a:avLst/>
          </a:prstGeom>
        </p:spPr>
        <p:txBody>
          <a:bodyPr anchorCtr="0" anchor="b" bIns="91425" lIns="91425" spcFirstLastPara="1" rIns="91425" wrap="square" tIns="91425">
            <a:normAutofit/>
          </a:bodyPr>
          <a:lstStyle>
            <a:lvl1pPr lvl="0">
              <a:spcBef>
                <a:spcPts val="0"/>
              </a:spcBef>
              <a:spcAft>
                <a:spcPts val="0"/>
              </a:spcAft>
              <a:buSzPts val="7000"/>
              <a:buNone/>
              <a:defRPr sz="7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secHead">
  <p:cSld name="SECTION_HEADER">
    <p:bg>
      <p:bgPr>
        <a:solidFill>
          <a:schemeClr val="lt2"/>
        </a:solidFill>
      </p:bgPr>
    </p:bg>
    <p:spTree>
      <p:nvGrpSpPr>
        <p:cNvPr id="57" name="Shape 57"/>
        <p:cNvGrpSpPr/>
        <p:nvPr/>
      </p:nvGrpSpPr>
      <p:grpSpPr>
        <a:xfrm>
          <a:off x="0" y="0"/>
          <a:ext cx="0" cy="0"/>
          <a:chOff x="0" y="0"/>
          <a:chExt cx="0" cy="0"/>
        </a:xfrm>
      </p:grpSpPr>
      <p:sp>
        <p:nvSpPr>
          <p:cNvPr id="58" name="Google Shape;58;p15"/>
          <p:cNvSpPr/>
          <p:nvPr/>
        </p:nvSpPr>
        <p:spPr>
          <a:xfrm>
            <a:off x="228600" y="223625"/>
            <a:ext cx="6299100" cy="4691700"/>
          </a:xfrm>
          <a:prstGeom prst="roundRect">
            <a:avLst>
              <a:gd fmla="val 3982"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5"/>
          <p:cNvSpPr/>
          <p:nvPr/>
        </p:nvSpPr>
        <p:spPr>
          <a:xfrm>
            <a:off x="8378775" y="223500"/>
            <a:ext cx="536700" cy="4696500"/>
          </a:xfrm>
          <a:prstGeom prst="roundRect">
            <a:avLst>
              <a:gd fmla="val 30566"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5"/>
          <p:cNvSpPr/>
          <p:nvPr>
            <p:ph idx="2" type="pic"/>
          </p:nvPr>
        </p:nvSpPr>
        <p:spPr>
          <a:xfrm>
            <a:off x="6702550" y="228300"/>
            <a:ext cx="1501500" cy="4691700"/>
          </a:xfrm>
          <a:prstGeom prst="roundRect">
            <a:avLst>
              <a:gd fmla="val 16667" name="adj"/>
            </a:avLst>
          </a:prstGeom>
          <a:noFill/>
          <a:ln>
            <a:noFill/>
          </a:ln>
        </p:spPr>
      </p:sp>
      <p:sp>
        <p:nvSpPr>
          <p:cNvPr id="61" name="Google Shape;61;p15"/>
          <p:cNvSpPr txBox="1"/>
          <p:nvPr>
            <p:ph type="title"/>
          </p:nvPr>
        </p:nvSpPr>
        <p:spPr>
          <a:xfrm>
            <a:off x="409800" y="2743200"/>
            <a:ext cx="5648100" cy="240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5000"/>
              <a:buFont typeface="Darker Grotesque Medium"/>
              <a:buNone/>
              <a:defRPr b="0" sz="35000">
                <a:solidFill>
                  <a:schemeClr val="lt1"/>
                </a:solidFill>
                <a:latin typeface="Darker Grotesque Medium"/>
                <a:ea typeface="Darker Grotesque Medium"/>
                <a:cs typeface="Darker Grotesque Medium"/>
                <a:sym typeface="Darker Grotesque Medium"/>
              </a:defRPr>
            </a:lvl1pPr>
            <a:lvl2pPr lvl="1">
              <a:spcBef>
                <a:spcPts val="0"/>
              </a:spcBef>
              <a:spcAft>
                <a:spcPts val="0"/>
              </a:spcAft>
              <a:buClr>
                <a:schemeClr val="lt1"/>
              </a:buClr>
              <a:buSzPts val="35000"/>
              <a:buNone/>
              <a:defRPr sz="35000">
                <a:solidFill>
                  <a:schemeClr val="lt1"/>
                </a:solidFill>
              </a:defRPr>
            </a:lvl2pPr>
            <a:lvl3pPr lvl="2">
              <a:spcBef>
                <a:spcPts val="0"/>
              </a:spcBef>
              <a:spcAft>
                <a:spcPts val="0"/>
              </a:spcAft>
              <a:buClr>
                <a:schemeClr val="lt1"/>
              </a:buClr>
              <a:buSzPts val="35000"/>
              <a:buNone/>
              <a:defRPr sz="35000">
                <a:solidFill>
                  <a:schemeClr val="lt1"/>
                </a:solidFill>
              </a:defRPr>
            </a:lvl3pPr>
            <a:lvl4pPr lvl="3">
              <a:spcBef>
                <a:spcPts val="0"/>
              </a:spcBef>
              <a:spcAft>
                <a:spcPts val="0"/>
              </a:spcAft>
              <a:buClr>
                <a:schemeClr val="lt1"/>
              </a:buClr>
              <a:buSzPts val="35000"/>
              <a:buNone/>
              <a:defRPr sz="35000">
                <a:solidFill>
                  <a:schemeClr val="lt1"/>
                </a:solidFill>
              </a:defRPr>
            </a:lvl4pPr>
            <a:lvl5pPr lvl="4">
              <a:spcBef>
                <a:spcPts val="0"/>
              </a:spcBef>
              <a:spcAft>
                <a:spcPts val="0"/>
              </a:spcAft>
              <a:buClr>
                <a:schemeClr val="lt1"/>
              </a:buClr>
              <a:buSzPts val="35000"/>
              <a:buNone/>
              <a:defRPr sz="35000">
                <a:solidFill>
                  <a:schemeClr val="lt1"/>
                </a:solidFill>
              </a:defRPr>
            </a:lvl5pPr>
            <a:lvl6pPr lvl="5">
              <a:spcBef>
                <a:spcPts val="0"/>
              </a:spcBef>
              <a:spcAft>
                <a:spcPts val="0"/>
              </a:spcAft>
              <a:buClr>
                <a:schemeClr val="lt1"/>
              </a:buClr>
              <a:buSzPts val="35000"/>
              <a:buNone/>
              <a:defRPr sz="35000">
                <a:solidFill>
                  <a:schemeClr val="lt1"/>
                </a:solidFill>
              </a:defRPr>
            </a:lvl6pPr>
            <a:lvl7pPr lvl="6">
              <a:spcBef>
                <a:spcPts val="0"/>
              </a:spcBef>
              <a:spcAft>
                <a:spcPts val="0"/>
              </a:spcAft>
              <a:buClr>
                <a:schemeClr val="lt1"/>
              </a:buClr>
              <a:buSzPts val="35000"/>
              <a:buNone/>
              <a:defRPr sz="35000">
                <a:solidFill>
                  <a:schemeClr val="lt1"/>
                </a:solidFill>
              </a:defRPr>
            </a:lvl7pPr>
            <a:lvl8pPr lvl="7">
              <a:spcBef>
                <a:spcPts val="0"/>
              </a:spcBef>
              <a:spcAft>
                <a:spcPts val="0"/>
              </a:spcAft>
              <a:buClr>
                <a:schemeClr val="lt1"/>
              </a:buClr>
              <a:buSzPts val="35000"/>
              <a:buNone/>
              <a:defRPr sz="35000">
                <a:solidFill>
                  <a:schemeClr val="lt1"/>
                </a:solidFill>
              </a:defRPr>
            </a:lvl8pPr>
            <a:lvl9pPr lvl="8">
              <a:spcBef>
                <a:spcPts val="0"/>
              </a:spcBef>
              <a:spcAft>
                <a:spcPts val="0"/>
              </a:spcAft>
              <a:buClr>
                <a:schemeClr val="lt1"/>
              </a:buClr>
              <a:buSzPts val="35000"/>
              <a:buNone/>
              <a:defRPr sz="35000">
                <a:solidFill>
                  <a:schemeClr val="lt1"/>
                </a:solidFill>
              </a:defRPr>
            </a:lvl9pPr>
          </a:lstStyle>
          <a:p/>
        </p:txBody>
      </p:sp>
      <p:sp>
        <p:nvSpPr>
          <p:cNvPr id="62" name="Google Shape;62;p15"/>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rchivo"/>
              <a:buNone/>
              <a:defRPr b="0" sz="1400">
                <a:solidFill>
                  <a:schemeClr val="lt1"/>
                </a:solidFill>
                <a:latin typeface="Archivo"/>
                <a:ea typeface="Archivo"/>
                <a:cs typeface="Archivo"/>
                <a:sym typeface="Archivo"/>
              </a:defRPr>
            </a:lvl1pPr>
            <a:lvl2pPr lvl="1">
              <a:spcBef>
                <a:spcPts val="0"/>
              </a:spcBef>
              <a:spcAft>
                <a:spcPts val="0"/>
              </a:spcAft>
              <a:buSzPts val="1400"/>
              <a:buFont typeface="Archivo"/>
              <a:buNone/>
              <a:defRPr>
                <a:latin typeface="Archivo"/>
                <a:ea typeface="Archivo"/>
                <a:cs typeface="Archivo"/>
                <a:sym typeface="Archivo"/>
              </a:defRPr>
            </a:lvl2pPr>
            <a:lvl3pPr lvl="2">
              <a:spcBef>
                <a:spcPts val="0"/>
              </a:spcBef>
              <a:spcAft>
                <a:spcPts val="0"/>
              </a:spcAft>
              <a:buSzPts val="1400"/>
              <a:buFont typeface="Archivo"/>
              <a:buNone/>
              <a:defRPr>
                <a:latin typeface="Archivo"/>
                <a:ea typeface="Archivo"/>
                <a:cs typeface="Archivo"/>
                <a:sym typeface="Archivo"/>
              </a:defRPr>
            </a:lvl3pPr>
            <a:lvl4pPr lvl="3">
              <a:spcBef>
                <a:spcPts val="0"/>
              </a:spcBef>
              <a:spcAft>
                <a:spcPts val="0"/>
              </a:spcAft>
              <a:buSzPts val="1400"/>
              <a:buFont typeface="Archivo"/>
              <a:buNone/>
              <a:defRPr>
                <a:latin typeface="Archivo"/>
                <a:ea typeface="Archivo"/>
                <a:cs typeface="Archivo"/>
                <a:sym typeface="Archivo"/>
              </a:defRPr>
            </a:lvl4pPr>
            <a:lvl5pPr lvl="4">
              <a:spcBef>
                <a:spcPts val="0"/>
              </a:spcBef>
              <a:spcAft>
                <a:spcPts val="0"/>
              </a:spcAft>
              <a:buSzPts val="1400"/>
              <a:buFont typeface="Archivo"/>
              <a:buNone/>
              <a:defRPr>
                <a:latin typeface="Archivo"/>
                <a:ea typeface="Archivo"/>
                <a:cs typeface="Archivo"/>
                <a:sym typeface="Archivo"/>
              </a:defRPr>
            </a:lvl5pPr>
            <a:lvl6pPr lvl="5">
              <a:spcBef>
                <a:spcPts val="0"/>
              </a:spcBef>
              <a:spcAft>
                <a:spcPts val="0"/>
              </a:spcAft>
              <a:buSzPts val="1400"/>
              <a:buFont typeface="Archivo"/>
              <a:buNone/>
              <a:defRPr>
                <a:latin typeface="Archivo"/>
                <a:ea typeface="Archivo"/>
                <a:cs typeface="Archivo"/>
                <a:sym typeface="Archivo"/>
              </a:defRPr>
            </a:lvl6pPr>
            <a:lvl7pPr lvl="6">
              <a:spcBef>
                <a:spcPts val="0"/>
              </a:spcBef>
              <a:spcAft>
                <a:spcPts val="0"/>
              </a:spcAft>
              <a:buSzPts val="1400"/>
              <a:buFont typeface="Archivo"/>
              <a:buNone/>
              <a:defRPr>
                <a:latin typeface="Archivo"/>
                <a:ea typeface="Archivo"/>
                <a:cs typeface="Archivo"/>
                <a:sym typeface="Archivo"/>
              </a:defRPr>
            </a:lvl7pPr>
            <a:lvl8pPr lvl="7">
              <a:spcBef>
                <a:spcPts val="0"/>
              </a:spcBef>
              <a:spcAft>
                <a:spcPts val="0"/>
              </a:spcAft>
              <a:buSzPts val="1400"/>
              <a:buFont typeface="Archivo"/>
              <a:buNone/>
              <a:defRPr>
                <a:latin typeface="Archivo"/>
                <a:ea typeface="Archivo"/>
                <a:cs typeface="Archivo"/>
                <a:sym typeface="Archivo"/>
              </a:defRPr>
            </a:lvl8pPr>
            <a:lvl9pPr lvl="8">
              <a:spcBef>
                <a:spcPts val="0"/>
              </a:spcBef>
              <a:spcAft>
                <a:spcPts val="0"/>
              </a:spcAft>
              <a:buSzPts val="1400"/>
              <a:buFont typeface="Archivo"/>
              <a:buNone/>
              <a:defRPr>
                <a:latin typeface="Archivo"/>
                <a:ea typeface="Archivo"/>
                <a:cs typeface="Archivo"/>
                <a:sym typeface="Archiv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Objective" type="tx">
  <p:cSld name="TITLE_AND_BODY">
    <p:bg>
      <p:bgPr>
        <a:solidFill>
          <a:schemeClr val="lt1"/>
        </a:solidFill>
      </p:bgPr>
    </p:bg>
    <p:spTree>
      <p:nvGrpSpPr>
        <p:cNvPr id="63" name="Shape 63"/>
        <p:cNvGrpSpPr/>
        <p:nvPr/>
      </p:nvGrpSpPr>
      <p:grpSpPr>
        <a:xfrm>
          <a:off x="0" y="0"/>
          <a:ext cx="0" cy="0"/>
          <a:chOff x="0" y="0"/>
          <a:chExt cx="0" cy="0"/>
        </a:xfrm>
      </p:grpSpPr>
      <p:sp>
        <p:nvSpPr>
          <p:cNvPr id="64" name="Google Shape;64;p16"/>
          <p:cNvSpPr/>
          <p:nvPr/>
        </p:nvSpPr>
        <p:spPr>
          <a:xfrm>
            <a:off x="228600" y="223625"/>
            <a:ext cx="28575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6"/>
          <p:cNvSpPr/>
          <p:nvPr/>
        </p:nvSpPr>
        <p:spPr>
          <a:xfrm>
            <a:off x="228600" y="2604950"/>
            <a:ext cx="4286100" cy="20457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6"/>
          <p:cNvSpPr/>
          <p:nvPr>
            <p:ph idx="2" type="pic"/>
          </p:nvPr>
        </p:nvSpPr>
        <p:spPr>
          <a:xfrm>
            <a:off x="4629150" y="2604950"/>
            <a:ext cx="4286100" cy="2042100"/>
          </a:xfrm>
          <a:prstGeom prst="roundRect">
            <a:avLst>
              <a:gd fmla="val 10953" name="adj"/>
            </a:avLst>
          </a:prstGeom>
          <a:noFill/>
          <a:ln>
            <a:noFill/>
          </a:ln>
        </p:spPr>
      </p:sp>
      <p:sp>
        <p:nvSpPr>
          <p:cNvPr id="67" name="Google Shape;67;p16"/>
          <p:cNvSpPr txBox="1"/>
          <p:nvPr>
            <p:ph idx="1" type="subTitle"/>
          </p:nvPr>
        </p:nvSpPr>
        <p:spPr>
          <a:xfrm>
            <a:off x="291900" y="1260225"/>
            <a:ext cx="25500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3" type="body"/>
          </p:nvPr>
        </p:nvSpPr>
        <p:spPr>
          <a:xfrm>
            <a:off x="291900" y="1663200"/>
            <a:ext cx="27378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6"/>
          <p:cNvSpPr txBox="1"/>
          <p:nvPr>
            <p:ph idx="4" type="subTitle"/>
          </p:nvPr>
        </p:nvSpPr>
        <p:spPr>
          <a:xfrm>
            <a:off x="291900" y="267300"/>
            <a:ext cx="24198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70" name="Google Shape;70;p16"/>
          <p:cNvSpPr/>
          <p:nvPr/>
        </p:nvSpPr>
        <p:spPr>
          <a:xfrm>
            <a:off x="3205900" y="223625"/>
            <a:ext cx="27378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6"/>
          <p:cNvSpPr txBox="1"/>
          <p:nvPr>
            <p:ph idx="5" type="subTitle"/>
          </p:nvPr>
        </p:nvSpPr>
        <p:spPr>
          <a:xfrm>
            <a:off x="3266546" y="1260225"/>
            <a:ext cx="24432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6" type="body"/>
          </p:nvPr>
        </p:nvSpPr>
        <p:spPr>
          <a:xfrm>
            <a:off x="3266550" y="1663200"/>
            <a:ext cx="26187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3" name="Google Shape;73;p16"/>
          <p:cNvSpPr txBox="1"/>
          <p:nvPr>
            <p:ph idx="7" type="subTitle"/>
          </p:nvPr>
        </p:nvSpPr>
        <p:spPr>
          <a:xfrm>
            <a:off x="3266546" y="267300"/>
            <a:ext cx="23184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74" name="Google Shape;74;p16"/>
          <p:cNvSpPr/>
          <p:nvPr/>
        </p:nvSpPr>
        <p:spPr>
          <a:xfrm>
            <a:off x="6063950" y="223625"/>
            <a:ext cx="28575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6"/>
          <p:cNvSpPr txBox="1"/>
          <p:nvPr>
            <p:ph idx="8" type="subTitle"/>
          </p:nvPr>
        </p:nvSpPr>
        <p:spPr>
          <a:xfrm>
            <a:off x="6127250" y="1260225"/>
            <a:ext cx="25500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6"/>
          <p:cNvSpPr txBox="1"/>
          <p:nvPr>
            <p:ph idx="9" type="body"/>
          </p:nvPr>
        </p:nvSpPr>
        <p:spPr>
          <a:xfrm>
            <a:off x="6127250" y="1663200"/>
            <a:ext cx="27378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7" name="Google Shape;77;p16"/>
          <p:cNvSpPr txBox="1"/>
          <p:nvPr>
            <p:ph idx="13" type="subTitle"/>
          </p:nvPr>
        </p:nvSpPr>
        <p:spPr>
          <a:xfrm>
            <a:off x="6127250" y="267300"/>
            <a:ext cx="24198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78" name="Google Shape;78;p16"/>
          <p:cNvSpPr txBox="1"/>
          <p:nvPr>
            <p:ph idx="14" type="subTitle"/>
          </p:nvPr>
        </p:nvSpPr>
        <p:spPr>
          <a:xfrm>
            <a:off x="291900" y="3371375"/>
            <a:ext cx="40677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79" name="Google Shape;79;p16"/>
          <p:cNvSpPr txBox="1"/>
          <p:nvPr>
            <p:ph idx="15" type="body"/>
          </p:nvPr>
        </p:nvSpPr>
        <p:spPr>
          <a:xfrm>
            <a:off x="291900" y="3837225"/>
            <a:ext cx="4143900" cy="74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80" name="Google Shape;80;p16"/>
          <p:cNvSpPr txBox="1"/>
          <p:nvPr>
            <p:ph idx="16" type="subTitle"/>
          </p:nvPr>
        </p:nvSpPr>
        <p:spPr>
          <a:xfrm>
            <a:off x="291900" y="2740300"/>
            <a:ext cx="24606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Clr>
                <a:schemeClr val="lt1"/>
              </a:buClr>
              <a:buSzPts val="2400"/>
              <a:buNone/>
              <a:defRPr>
                <a:solidFill>
                  <a:schemeClr val="lt1"/>
                </a:solidFill>
              </a:defRPr>
            </a:lvl1pPr>
            <a:lvl2pPr lvl="1">
              <a:lnSpc>
                <a:spcPct val="50000"/>
              </a:lnSpc>
              <a:spcBef>
                <a:spcPts val="0"/>
              </a:spcBef>
              <a:spcAft>
                <a:spcPts val="0"/>
              </a:spcAft>
              <a:buClr>
                <a:schemeClr val="lt1"/>
              </a:buClr>
              <a:buSzPts val="1400"/>
              <a:buNone/>
              <a:defRPr>
                <a:solidFill>
                  <a:schemeClr val="lt1"/>
                </a:solidFill>
              </a:defRPr>
            </a:lvl2pPr>
            <a:lvl3pPr lvl="2">
              <a:lnSpc>
                <a:spcPct val="50000"/>
              </a:lnSpc>
              <a:spcBef>
                <a:spcPts val="0"/>
              </a:spcBef>
              <a:spcAft>
                <a:spcPts val="0"/>
              </a:spcAft>
              <a:buClr>
                <a:schemeClr val="lt1"/>
              </a:buClr>
              <a:buSzPts val="1400"/>
              <a:buNone/>
              <a:defRPr>
                <a:solidFill>
                  <a:schemeClr val="lt1"/>
                </a:solidFill>
              </a:defRPr>
            </a:lvl3pPr>
            <a:lvl4pPr lvl="3">
              <a:lnSpc>
                <a:spcPct val="50000"/>
              </a:lnSpc>
              <a:spcBef>
                <a:spcPts val="0"/>
              </a:spcBef>
              <a:spcAft>
                <a:spcPts val="0"/>
              </a:spcAft>
              <a:buClr>
                <a:schemeClr val="lt1"/>
              </a:buClr>
              <a:buSzPts val="1400"/>
              <a:buNone/>
              <a:defRPr>
                <a:solidFill>
                  <a:schemeClr val="lt1"/>
                </a:solidFill>
              </a:defRPr>
            </a:lvl4pPr>
            <a:lvl5pPr lvl="4">
              <a:lnSpc>
                <a:spcPct val="50000"/>
              </a:lnSpc>
              <a:spcBef>
                <a:spcPts val="0"/>
              </a:spcBef>
              <a:spcAft>
                <a:spcPts val="0"/>
              </a:spcAft>
              <a:buClr>
                <a:schemeClr val="lt1"/>
              </a:buClr>
              <a:buSzPts val="1400"/>
              <a:buNone/>
              <a:defRPr>
                <a:solidFill>
                  <a:schemeClr val="lt1"/>
                </a:solidFill>
              </a:defRPr>
            </a:lvl5pPr>
            <a:lvl6pPr lvl="5">
              <a:lnSpc>
                <a:spcPct val="50000"/>
              </a:lnSpc>
              <a:spcBef>
                <a:spcPts val="0"/>
              </a:spcBef>
              <a:spcAft>
                <a:spcPts val="0"/>
              </a:spcAft>
              <a:buClr>
                <a:schemeClr val="lt1"/>
              </a:buClr>
              <a:buSzPts val="1400"/>
              <a:buNone/>
              <a:defRPr>
                <a:solidFill>
                  <a:schemeClr val="lt1"/>
                </a:solidFill>
              </a:defRPr>
            </a:lvl6pPr>
            <a:lvl7pPr lvl="6">
              <a:lnSpc>
                <a:spcPct val="50000"/>
              </a:lnSpc>
              <a:spcBef>
                <a:spcPts val="0"/>
              </a:spcBef>
              <a:spcAft>
                <a:spcPts val="0"/>
              </a:spcAft>
              <a:buClr>
                <a:schemeClr val="lt1"/>
              </a:buClr>
              <a:buSzPts val="1400"/>
              <a:buNone/>
              <a:defRPr>
                <a:solidFill>
                  <a:schemeClr val="lt1"/>
                </a:solidFill>
              </a:defRPr>
            </a:lvl7pPr>
            <a:lvl8pPr lvl="7">
              <a:lnSpc>
                <a:spcPct val="50000"/>
              </a:lnSpc>
              <a:spcBef>
                <a:spcPts val="0"/>
              </a:spcBef>
              <a:spcAft>
                <a:spcPts val="0"/>
              </a:spcAft>
              <a:buClr>
                <a:schemeClr val="lt1"/>
              </a:buClr>
              <a:buSzPts val="1400"/>
              <a:buNone/>
              <a:defRPr>
                <a:solidFill>
                  <a:schemeClr val="lt1"/>
                </a:solidFill>
              </a:defRPr>
            </a:lvl8pPr>
            <a:lvl9pPr lvl="8">
              <a:lnSpc>
                <a:spcPct val="50000"/>
              </a:lnSpc>
              <a:spcBef>
                <a:spcPts val="0"/>
              </a:spcBef>
              <a:spcAft>
                <a:spcPts val="0"/>
              </a:spcAft>
              <a:buClr>
                <a:schemeClr val="lt1"/>
              </a:buClr>
              <a:buSzPts val="1400"/>
              <a:buNone/>
              <a:defRPr>
                <a:solidFill>
                  <a:schemeClr val="lt1"/>
                </a:solidFill>
              </a:defRPr>
            </a:lvl9pPr>
          </a:lstStyle>
          <a:p/>
        </p:txBody>
      </p:sp>
      <p:sp>
        <p:nvSpPr>
          <p:cNvPr id="81" name="Google Shape;81;p16"/>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6"/>
          <p:cNvSpPr txBox="1"/>
          <p:nvPr>
            <p:ph idx="17"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83" name="Google Shape;83;p16"/>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type="twoColTx">
  <p:cSld name="TITLE_AND_TWO_COLUMNS">
    <p:spTree>
      <p:nvGrpSpPr>
        <p:cNvPr id="84" name="Shape 84"/>
        <p:cNvGrpSpPr/>
        <p:nvPr/>
      </p:nvGrpSpPr>
      <p:grpSpPr>
        <a:xfrm>
          <a:off x="0" y="0"/>
          <a:ext cx="0" cy="0"/>
          <a:chOff x="0" y="0"/>
          <a:chExt cx="0" cy="0"/>
        </a:xfrm>
      </p:grpSpPr>
      <p:sp>
        <p:nvSpPr>
          <p:cNvPr id="85" name="Google Shape;85;p17"/>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87" name="Google Shape;87;p17"/>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type="titleOnly">
  <p:cSld name="TITLE_ONLY">
    <p:bg>
      <p:bgPr>
        <a:solidFill>
          <a:schemeClr val="lt1"/>
        </a:solidFill>
      </p:bgPr>
    </p:bg>
    <p:spTree>
      <p:nvGrpSpPr>
        <p:cNvPr id="88" name="Shape 88"/>
        <p:cNvGrpSpPr/>
        <p:nvPr/>
      </p:nvGrpSpPr>
      <p:grpSpPr>
        <a:xfrm>
          <a:off x="0" y="0"/>
          <a:ext cx="0" cy="0"/>
          <a:chOff x="0" y="0"/>
          <a:chExt cx="0" cy="0"/>
        </a:xfrm>
      </p:grpSpPr>
      <p:sp>
        <p:nvSpPr>
          <p:cNvPr id="89" name="Google Shape;89;p18"/>
          <p:cNvSpPr/>
          <p:nvPr/>
        </p:nvSpPr>
        <p:spPr>
          <a:xfrm>
            <a:off x="228600" y="223625"/>
            <a:ext cx="4825200" cy="44379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8"/>
          <p:cNvSpPr/>
          <p:nvPr/>
        </p:nvSpPr>
        <p:spPr>
          <a:xfrm>
            <a:off x="5188325" y="223625"/>
            <a:ext cx="3727200" cy="4437900"/>
          </a:xfrm>
          <a:prstGeom prst="roundRect">
            <a:avLst>
              <a:gd fmla="val 945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8"/>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18"/>
          <p:cNvSpPr txBox="1"/>
          <p:nvPr>
            <p:ph idx="2" type="title"/>
          </p:nvPr>
        </p:nvSpPr>
        <p:spPr>
          <a:xfrm>
            <a:off x="5382375" y="3845757"/>
            <a:ext cx="2110200" cy="66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18"/>
          <p:cNvSpPr txBox="1"/>
          <p:nvPr>
            <p:ph idx="1" type="body"/>
          </p:nvPr>
        </p:nvSpPr>
        <p:spPr>
          <a:xfrm>
            <a:off x="476409" y="392594"/>
            <a:ext cx="4164300" cy="26085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94" name="Google Shape;94;p18"/>
          <p:cNvSpPr txBox="1"/>
          <p:nvPr>
            <p:ph idx="3" type="body"/>
          </p:nvPr>
        </p:nvSpPr>
        <p:spPr>
          <a:xfrm>
            <a:off x="5382375" y="392594"/>
            <a:ext cx="3419400" cy="26085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95" name="Google Shape;95;p18"/>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8"/>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97" name="Google Shape;97;p18"/>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Strategy">
  <p:cSld name="ONE_COLUMN_TEXT">
    <p:bg>
      <p:bgPr>
        <a:solidFill>
          <a:schemeClr val="lt1"/>
        </a:solidFill>
      </p:bgPr>
    </p:bg>
    <p:spTree>
      <p:nvGrpSpPr>
        <p:cNvPr id="98" name="Shape 98"/>
        <p:cNvGrpSpPr/>
        <p:nvPr/>
      </p:nvGrpSpPr>
      <p:grpSpPr>
        <a:xfrm>
          <a:off x="0" y="0"/>
          <a:ext cx="0" cy="0"/>
          <a:chOff x="0" y="0"/>
          <a:chExt cx="0" cy="0"/>
        </a:xfrm>
      </p:grpSpPr>
      <p:sp>
        <p:nvSpPr>
          <p:cNvPr id="99" name="Google Shape;99;p19"/>
          <p:cNvSpPr/>
          <p:nvPr/>
        </p:nvSpPr>
        <p:spPr>
          <a:xfrm>
            <a:off x="228600" y="223625"/>
            <a:ext cx="4238100" cy="4423500"/>
          </a:xfrm>
          <a:prstGeom prst="roundRect">
            <a:avLst>
              <a:gd fmla="val 597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9"/>
          <p:cNvSpPr/>
          <p:nvPr/>
        </p:nvSpPr>
        <p:spPr>
          <a:xfrm>
            <a:off x="4636327" y="223652"/>
            <a:ext cx="4279200" cy="9159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9"/>
          <p:cNvSpPr/>
          <p:nvPr/>
        </p:nvSpPr>
        <p:spPr>
          <a:xfrm>
            <a:off x="4636325" y="1307410"/>
            <a:ext cx="4279200" cy="2371800"/>
          </a:xfrm>
          <a:prstGeom prst="roundRect">
            <a:avLst>
              <a:gd fmla="val 1198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9"/>
          <p:cNvSpPr/>
          <p:nvPr/>
        </p:nvSpPr>
        <p:spPr>
          <a:xfrm>
            <a:off x="4636327" y="3846769"/>
            <a:ext cx="4279200" cy="8004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ph type="title"/>
          </p:nvPr>
        </p:nvSpPr>
        <p:spPr>
          <a:xfrm>
            <a:off x="299276" y="3595975"/>
            <a:ext cx="3630000" cy="915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9"/>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9"/>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106" name="Google Shape;106;p19"/>
          <p:cNvSpPr txBox="1"/>
          <p:nvPr>
            <p:ph idx="2" type="subTitle"/>
          </p:nvPr>
        </p:nvSpPr>
        <p:spPr>
          <a:xfrm>
            <a:off x="4762500" y="210875"/>
            <a:ext cx="586800" cy="915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107" name="Google Shape;107;p19"/>
          <p:cNvSpPr txBox="1"/>
          <p:nvPr>
            <p:ph idx="3" type="subTitle"/>
          </p:nvPr>
        </p:nvSpPr>
        <p:spPr>
          <a:xfrm>
            <a:off x="4762500" y="1307425"/>
            <a:ext cx="586800" cy="2371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108" name="Google Shape;108;p19"/>
          <p:cNvSpPr txBox="1"/>
          <p:nvPr>
            <p:ph idx="4" type="subTitle"/>
          </p:nvPr>
        </p:nvSpPr>
        <p:spPr>
          <a:xfrm>
            <a:off x="4762500" y="3846775"/>
            <a:ext cx="586800" cy="80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109" name="Google Shape;109;p19"/>
          <p:cNvSpPr txBox="1"/>
          <p:nvPr>
            <p:ph idx="5" type="body"/>
          </p:nvPr>
        </p:nvSpPr>
        <p:spPr>
          <a:xfrm>
            <a:off x="5922019" y="223650"/>
            <a:ext cx="2922300" cy="9159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10" name="Google Shape;110;p19"/>
          <p:cNvSpPr txBox="1"/>
          <p:nvPr>
            <p:ph idx="6" type="body"/>
          </p:nvPr>
        </p:nvSpPr>
        <p:spPr>
          <a:xfrm>
            <a:off x="5922019" y="1307400"/>
            <a:ext cx="2922300" cy="2371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11" name="Google Shape;111;p19"/>
          <p:cNvSpPr txBox="1"/>
          <p:nvPr>
            <p:ph idx="7" type="body"/>
          </p:nvPr>
        </p:nvSpPr>
        <p:spPr>
          <a:xfrm>
            <a:off x="5922019" y="3846775"/>
            <a:ext cx="2922300" cy="80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12" name="Google Shape;112;p19"/>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s">
  <p:cSld name="CUSTOM">
    <p:spTree>
      <p:nvGrpSpPr>
        <p:cNvPr id="113" name="Shape 113"/>
        <p:cNvGrpSpPr/>
        <p:nvPr/>
      </p:nvGrpSpPr>
      <p:grpSpPr>
        <a:xfrm>
          <a:off x="0" y="0"/>
          <a:ext cx="0" cy="0"/>
          <a:chOff x="0" y="0"/>
          <a:chExt cx="0" cy="0"/>
        </a:xfrm>
      </p:grpSpPr>
      <p:sp>
        <p:nvSpPr>
          <p:cNvPr id="114" name="Google Shape;114;p20"/>
          <p:cNvSpPr/>
          <p:nvPr/>
        </p:nvSpPr>
        <p:spPr>
          <a:xfrm>
            <a:off x="228625" y="223625"/>
            <a:ext cx="8686800" cy="1180200"/>
          </a:xfrm>
          <a:prstGeom prst="roundRect">
            <a:avLst>
              <a:gd fmla="val 1821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0"/>
          <p:cNvSpPr/>
          <p:nvPr>
            <p:ph idx="2" type="pic"/>
          </p:nvPr>
        </p:nvSpPr>
        <p:spPr>
          <a:xfrm>
            <a:off x="228375" y="1508150"/>
            <a:ext cx="2082900" cy="3138900"/>
          </a:xfrm>
          <a:prstGeom prst="roundRect">
            <a:avLst>
              <a:gd fmla="val 16667" name="adj"/>
            </a:avLst>
          </a:prstGeom>
          <a:noFill/>
          <a:ln>
            <a:noFill/>
          </a:ln>
        </p:spPr>
      </p:sp>
      <p:sp>
        <p:nvSpPr>
          <p:cNvPr id="116" name="Google Shape;116;p20"/>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18" name="Google Shape;118;p20"/>
          <p:cNvSpPr txBox="1"/>
          <p:nvPr>
            <p:ph type="title"/>
          </p:nvPr>
        </p:nvSpPr>
        <p:spPr>
          <a:xfrm>
            <a:off x="342900" y="269025"/>
            <a:ext cx="34572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20"/>
          <p:cNvSpPr txBox="1"/>
          <p:nvPr>
            <p:ph idx="3" type="body"/>
          </p:nvPr>
        </p:nvSpPr>
        <p:spPr>
          <a:xfrm>
            <a:off x="3920125" y="269025"/>
            <a:ext cx="41673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0"/>
          <p:cNvSpPr/>
          <p:nvPr>
            <p:ph idx="4" type="pic"/>
          </p:nvPr>
        </p:nvSpPr>
        <p:spPr>
          <a:xfrm>
            <a:off x="2431158" y="1508150"/>
            <a:ext cx="2082900" cy="3138900"/>
          </a:xfrm>
          <a:prstGeom prst="roundRect">
            <a:avLst>
              <a:gd fmla="val 16667" name="adj"/>
            </a:avLst>
          </a:prstGeom>
          <a:noFill/>
          <a:ln>
            <a:noFill/>
          </a:ln>
        </p:spPr>
      </p:sp>
      <p:sp>
        <p:nvSpPr>
          <p:cNvPr id="121" name="Google Shape;121;p20"/>
          <p:cNvSpPr/>
          <p:nvPr>
            <p:ph idx="5" type="pic"/>
          </p:nvPr>
        </p:nvSpPr>
        <p:spPr>
          <a:xfrm>
            <a:off x="4633942" y="1508150"/>
            <a:ext cx="2082900" cy="3138900"/>
          </a:xfrm>
          <a:prstGeom prst="roundRect">
            <a:avLst>
              <a:gd fmla="val 16667" name="adj"/>
            </a:avLst>
          </a:prstGeom>
          <a:noFill/>
          <a:ln>
            <a:noFill/>
          </a:ln>
        </p:spPr>
      </p:sp>
      <p:sp>
        <p:nvSpPr>
          <p:cNvPr id="122" name="Google Shape;122;p20"/>
          <p:cNvSpPr/>
          <p:nvPr>
            <p:ph idx="6" type="pic"/>
          </p:nvPr>
        </p:nvSpPr>
        <p:spPr>
          <a:xfrm>
            <a:off x="6836725" y="1508150"/>
            <a:ext cx="2082900" cy="3138900"/>
          </a:xfrm>
          <a:prstGeom prst="roundRect">
            <a:avLst>
              <a:gd fmla="val 16667" name="adj"/>
            </a:avLst>
          </a:prstGeom>
          <a:noFill/>
          <a:ln>
            <a:noFill/>
          </a:ln>
        </p:spPr>
      </p:sp>
      <p:sp>
        <p:nvSpPr>
          <p:cNvPr id="123" name="Google Shape;123;p20"/>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Info">
  <p:cSld name="CUSTOM_1_1">
    <p:spTree>
      <p:nvGrpSpPr>
        <p:cNvPr id="124" name="Shape 124"/>
        <p:cNvGrpSpPr/>
        <p:nvPr/>
      </p:nvGrpSpPr>
      <p:grpSpPr>
        <a:xfrm>
          <a:off x="0" y="0"/>
          <a:ext cx="0" cy="0"/>
          <a:chOff x="0" y="0"/>
          <a:chExt cx="0" cy="0"/>
        </a:xfrm>
      </p:grpSpPr>
      <p:sp>
        <p:nvSpPr>
          <p:cNvPr id="125" name="Google Shape;125;p21"/>
          <p:cNvSpPr/>
          <p:nvPr/>
        </p:nvSpPr>
        <p:spPr>
          <a:xfrm>
            <a:off x="228600" y="223675"/>
            <a:ext cx="28629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6" name="Google Shape;126;p21"/>
          <p:cNvSpPr/>
          <p:nvPr/>
        </p:nvSpPr>
        <p:spPr>
          <a:xfrm>
            <a:off x="228625" y="3466850"/>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1"/>
          <p:cNvSpPr txBox="1"/>
          <p:nvPr>
            <p:ph type="title"/>
          </p:nvPr>
        </p:nvSpPr>
        <p:spPr>
          <a:xfrm>
            <a:off x="342900" y="3512250"/>
            <a:ext cx="34572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1"/>
          <p:cNvSpPr txBox="1"/>
          <p:nvPr>
            <p:ph idx="1" type="body"/>
          </p:nvPr>
        </p:nvSpPr>
        <p:spPr>
          <a:xfrm>
            <a:off x="3920125" y="3512250"/>
            <a:ext cx="41673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1"/>
          <p:cNvSpPr/>
          <p:nvPr/>
        </p:nvSpPr>
        <p:spPr>
          <a:xfrm>
            <a:off x="3203200" y="223675"/>
            <a:ext cx="27405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30" name="Google Shape;130;p21"/>
          <p:cNvSpPr/>
          <p:nvPr/>
        </p:nvSpPr>
        <p:spPr>
          <a:xfrm>
            <a:off x="6057900" y="223675"/>
            <a:ext cx="28662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31" name="Google Shape;131;p21"/>
          <p:cNvSpPr txBox="1"/>
          <p:nvPr>
            <p:ph idx="2" type="body"/>
          </p:nvPr>
        </p:nvSpPr>
        <p:spPr>
          <a:xfrm>
            <a:off x="228550" y="1647025"/>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32" name="Google Shape;132;p21"/>
          <p:cNvSpPr txBox="1"/>
          <p:nvPr>
            <p:ph idx="3" type="body"/>
          </p:nvPr>
        </p:nvSpPr>
        <p:spPr>
          <a:xfrm>
            <a:off x="3205675" y="1647025"/>
            <a:ext cx="27405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33" name="Google Shape;133;p21"/>
          <p:cNvSpPr txBox="1"/>
          <p:nvPr>
            <p:ph idx="4" type="body"/>
          </p:nvPr>
        </p:nvSpPr>
        <p:spPr>
          <a:xfrm>
            <a:off x="6052500" y="1647025"/>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34" name="Google Shape;134;p21"/>
          <p:cNvSpPr txBox="1"/>
          <p:nvPr>
            <p:ph idx="5" type="subTitle"/>
          </p:nvPr>
        </p:nvSpPr>
        <p:spPr>
          <a:xfrm>
            <a:off x="291900" y="267300"/>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21"/>
          <p:cNvSpPr txBox="1"/>
          <p:nvPr>
            <p:ph idx="6" type="subTitle"/>
          </p:nvPr>
        </p:nvSpPr>
        <p:spPr>
          <a:xfrm>
            <a:off x="3266546" y="267300"/>
            <a:ext cx="23184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21"/>
          <p:cNvSpPr txBox="1"/>
          <p:nvPr>
            <p:ph idx="7" type="subTitle"/>
          </p:nvPr>
        </p:nvSpPr>
        <p:spPr>
          <a:xfrm>
            <a:off x="6127250" y="267300"/>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21"/>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1"/>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39" name="Google Shape;139;p21"/>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ortunities">
  <p:cSld name="CUSTOM_11">
    <p:spTree>
      <p:nvGrpSpPr>
        <p:cNvPr id="140" name="Shape 140"/>
        <p:cNvGrpSpPr/>
        <p:nvPr/>
      </p:nvGrpSpPr>
      <p:grpSpPr>
        <a:xfrm>
          <a:off x="0" y="0"/>
          <a:ext cx="0" cy="0"/>
          <a:chOff x="0" y="0"/>
          <a:chExt cx="0" cy="0"/>
        </a:xfrm>
      </p:grpSpPr>
      <p:sp>
        <p:nvSpPr>
          <p:cNvPr id="141" name="Google Shape;141;p22"/>
          <p:cNvSpPr/>
          <p:nvPr/>
        </p:nvSpPr>
        <p:spPr>
          <a:xfrm>
            <a:off x="219700" y="1502438"/>
            <a:ext cx="28629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42" name="Google Shape;142;p22"/>
          <p:cNvSpPr/>
          <p:nvPr/>
        </p:nvSpPr>
        <p:spPr>
          <a:xfrm>
            <a:off x="228625" y="223625"/>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2"/>
          <p:cNvSpPr txBox="1"/>
          <p:nvPr>
            <p:ph type="title"/>
          </p:nvPr>
        </p:nvSpPr>
        <p:spPr>
          <a:xfrm>
            <a:off x="342900" y="269025"/>
            <a:ext cx="42918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2"/>
          <p:cNvSpPr txBox="1"/>
          <p:nvPr>
            <p:ph idx="1" type="body"/>
          </p:nvPr>
        </p:nvSpPr>
        <p:spPr>
          <a:xfrm>
            <a:off x="5349150" y="269025"/>
            <a:ext cx="34575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5" name="Google Shape;145;p22"/>
          <p:cNvSpPr/>
          <p:nvPr/>
        </p:nvSpPr>
        <p:spPr>
          <a:xfrm>
            <a:off x="3194300" y="1502438"/>
            <a:ext cx="27405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46" name="Google Shape;146;p22"/>
          <p:cNvSpPr/>
          <p:nvPr/>
        </p:nvSpPr>
        <p:spPr>
          <a:xfrm>
            <a:off x="6049000" y="1502438"/>
            <a:ext cx="28662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47" name="Google Shape;147;p22"/>
          <p:cNvSpPr txBox="1"/>
          <p:nvPr>
            <p:ph idx="2" type="body"/>
          </p:nvPr>
        </p:nvSpPr>
        <p:spPr>
          <a:xfrm>
            <a:off x="219650" y="2925788"/>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48" name="Google Shape;148;p22"/>
          <p:cNvSpPr txBox="1"/>
          <p:nvPr>
            <p:ph idx="3" type="body"/>
          </p:nvPr>
        </p:nvSpPr>
        <p:spPr>
          <a:xfrm>
            <a:off x="3196775" y="2925788"/>
            <a:ext cx="27405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49" name="Google Shape;149;p22"/>
          <p:cNvSpPr txBox="1"/>
          <p:nvPr>
            <p:ph idx="4" type="body"/>
          </p:nvPr>
        </p:nvSpPr>
        <p:spPr>
          <a:xfrm>
            <a:off x="6043600" y="2925788"/>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50" name="Google Shape;150;p22"/>
          <p:cNvSpPr txBox="1"/>
          <p:nvPr>
            <p:ph idx="5" type="subTitle"/>
          </p:nvPr>
        </p:nvSpPr>
        <p:spPr>
          <a:xfrm>
            <a:off x="283000" y="1546063"/>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1" name="Google Shape;151;p22"/>
          <p:cNvSpPr txBox="1"/>
          <p:nvPr>
            <p:ph idx="6" type="subTitle"/>
          </p:nvPr>
        </p:nvSpPr>
        <p:spPr>
          <a:xfrm>
            <a:off x="3257646" y="1546063"/>
            <a:ext cx="23184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2" name="Google Shape;152;p22"/>
          <p:cNvSpPr txBox="1"/>
          <p:nvPr>
            <p:ph idx="7" type="subTitle"/>
          </p:nvPr>
        </p:nvSpPr>
        <p:spPr>
          <a:xfrm>
            <a:off x="6118350" y="1546063"/>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3" name="Google Shape;153;p22"/>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2"/>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55" name="Google Shape;155;p22"/>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Analysis">
  <p:cSld name="CUSTOM_13">
    <p:spTree>
      <p:nvGrpSpPr>
        <p:cNvPr id="156" name="Shape 156"/>
        <p:cNvGrpSpPr/>
        <p:nvPr/>
      </p:nvGrpSpPr>
      <p:grpSpPr>
        <a:xfrm>
          <a:off x="0" y="0"/>
          <a:ext cx="0" cy="0"/>
          <a:chOff x="0" y="0"/>
          <a:chExt cx="0" cy="0"/>
        </a:xfrm>
      </p:grpSpPr>
      <p:sp>
        <p:nvSpPr>
          <p:cNvPr id="157" name="Google Shape;157;p23"/>
          <p:cNvSpPr/>
          <p:nvPr/>
        </p:nvSpPr>
        <p:spPr>
          <a:xfrm>
            <a:off x="228625" y="223625"/>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3"/>
          <p:cNvSpPr txBox="1"/>
          <p:nvPr>
            <p:ph type="title"/>
          </p:nvPr>
        </p:nvSpPr>
        <p:spPr>
          <a:xfrm>
            <a:off x="342900" y="269025"/>
            <a:ext cx="42918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3"/>
          <p:cNvSpPr txBox="1"/>
          <p:nvPr>
            <p:ph idx="1" type="body"/>
          </p:nvPr>
        </p:nvSpPr>
        <p:spPr>
          <a:xfrm>
            <a:off x="5349150" y="269025"/>
            <a:ext cx="34575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0" name="Google Shape;160;p23"/>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23"/>
          <p:cNvSpPr txBox="1"/>
          <p:nvPr>
            <p:ph idx="2"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62" name="Google Shape;162;p23"/>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dgeting plan">
  <p:cSld name="CUSTOM_14">
    <p:spTree>
      <p:nvGrpSpPr>
        <p:cNvPr id="163" name="Shape 163"/>
        <p:cNvGrpSpPr/>
        <p:nvPr/>
      </p:nvGrpSpPr>
      <p:grpSpPr>
        <a:xfrm>
          <a:off x="0" y="0"/>
          <a:ext cx="0" cy="0"/>
          <a:chOff x="0" y="0"/>
          <a:chExt cx="0" cy="0"/>
        </a:xfrm>
      </p:grpSpPr>
      <p:sp>
        <p:nvSpPr>
          <p:cNvPr id="164" name="Google Shape;164;p24"/>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4"/>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66" name="Google Shape;166;p24"/>
          <p:cNvSpPr txBox="1"/>
          <p:nvPr>
            <p:ph type="title"/>
          </p:nvPr>
        </p:nvSpPr>
        <p:spPr>
          <a:xfrm>
            <a:off x="228600" y="223625"/>
            <a:ext cx="7978500" cy="3795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4"/>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1">
    <p:bg>
      <p:bgPr>
        <a:solidFill>
          <a:schemeClr val="accent1"/>
        </a:solidFill>
      </p:bgPr>
    </p:bg>
    <p:spTree>
      <p:nvGrpSpPr>
        <p:cNvPr id="168" name="Shape 168"/>
        <p:cNvGrpSpPr/>
        <p:nvPr/>
      </p:nvGrpSpPr>
      <p:grpSpPr>
        <a:xfrm>
          <a:off x="0" y="0"/>
          <a:ext cx="0" cy="0"/>
          <a:chOff x="0" y="0"/>
          <a:chExt cx="0" cy="0"/>
        </a:xfrm>
      </p:grpSpPr>
      <p:sp>
        <p:nvSpPr>
          <p:cNvPr id="169" name="Google Shape;169;p25"/>
          <p:cNvSpPr/>
          <p:nvPr/>
        </p:nvSpPr>
        <p:spPr>
          <a:xfrm>
            <a:off x="228600" y="223625"/>
            <a:ext cx="8686800" cy="1180200"/>
          </a:xfrm>
          <a:prstGeom prst="roundRect">
            <a:avLst>
              <a:gd fmla="val 11763"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5"/>
          <p:cNvSpPr txBox="1"/>
          <p:nvPr>
            <p:ph type="title"/>
          </p:nvPr>
        </p:nvSpPr>
        <p:spPr>
          <a:xfrm>
            <a:off x="342900" y="269025"/>
            <a:ext cx="4141200" cy="101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71" name="Google Shape;171;p25"/>
          <p:cNvSpPr/>
          <p:nvPr>
            <p:ph idx="2" type="pic"/>
          </p:nvPr>
        </p:nvSpPr>
        <p:spPr>
          <a:xfrm>
            <a:off x="228375" y="1508150"/>
            <a:ext cx="2082900" cy="3138900"/>
          </a:xfrm>
          <a:prstGeom prst="roundRect">
            <a:avLst>
              <a:gd fmla="val 16667" name="adj"/>
            </a:avLst>
          </a:prstGeom>
          <a:noFill/>
          <a:ln>
            <a:noFill/>
          </a:ln>
        </p:spPr>
      </p:sp>
      <p:sp>
        <p:nvSpPr>
          <p:cNvPr id="172" name="Google Shape;172;p25"/>
          <p:cNvSpPr/>
          <p:nvPr/>
        </p:nvSpPr>
        <p:spPr>
          <a:xfrm>
            <a:off x="228600" y="4820575"/>
            <a:ext cx="8686800" cy="188700"/>
          </a:xfrm>
          <a:prstGeom prst="roundRect">
            <a:avLst>
              <a:gd fmla="val 3112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5"/>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chivo"/>
              <a:buNone/>
              <a:defRPr b="0" sz="800">
                <a:latin typeface="Archivo"/>
                <a:ea typeface="Archivo"/>
                <a:cs typeface="Archivo"/>
                <a:sym typeface="Archivo"/>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74" name="Google Shape;174;p25"/>
          <p:cNvSpPr/>
          <p:nvPr>
            <p:ph idx="3" type="pic"/>
          </p:nvPr>
        </p:nvSpPr>
        <p:spPr>
          <a:xfrm>
            <a:off x="2431158" y="1508150"/>
            <a:ext cx="2082900" cy="3138900"/>
          </a:xfrm>
          <a:prstGeom prst="roundRect">
            <a:avLst>
              <a:gd fmla="val 16667" name="adj"/>
            </a:avLst>
          </a:prstGeom>
          <a:noFill/>
          <a:ln>
            <a:noFill/>
          </a:ln>
        </p:spPr>
      </p:sp>
      <p:sp>
        <p:nvSpPr>
          <p:cNvPr id="175" name="Google Shape;175;p25"/>
          <p:cNvSpPr/>
          <p:nvPr>
            <p:ph idx="4" type="pic"/>
          </p:nvPr>
        </p:nvSpPr>
        <p:spPr>
          <a:xfrm>
            <a:off x="4633942" y="1508150"/>
            <a:ext cx="2082900" cy="3138900"/>
          </a:xfrm>
          <a:prstGeom prst="roundRect">
            <a:avLst>
              <a:gd fmla="val 16667" name="adj"/>
            </a:avLst>
          </a:prstGeom>
          <a:noFill/>
          <a:ln>
            <a:noFill/>
          </a:ln>
        </p:spPr>
      </p:sp>
      <p:sp>
        <p:nvSpPr>
          <p:cNvPr id="176" name="Google Shape;176;p25"/>
          <p:cNvSpPr/>
          <p:nvPr>
            <p:ph idx="5" type="pic"/>
          </p:nvPr>
        </p:nvSpPr>
        <p:spPr>
          <a:xfrm>
            <a:off x="6836725" y="1508150"/>
            <a:ext cx="2082900" cy="3138900"/>
          </a:xfrm>
          <a:prstGeom prst="roundRect">
            <a:avLst>
              <a:gd fmla="val 16667" name="adj"/>
            </a:avLst>
          </a:prstGeom>
          <a:noFill/>
          <a:ln>
            <a:noFill/>
          </a:ln>
        </p:spPr>
      </p:sp>
      <p:sp>
        <p:nvSpPr>
          <p:cNvPr id="177" name="Google Shape;177;p25"/>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dk1"/>
                </a:solidFill>
                <a:latin typeface="Archivo"/>
                <a:ea typeface="Archivo"/>
                <a:cs typeface="Archivo"/>
                <a:sym typeface="Archivo"/>
              </a:rPr>
              <a:t>‹#›</a:t>
            </a:fld>
            <a:endParaRPr sz="800">
              <a:solidFill>
                <a:schemeClr val="dk1"/>
              </a:solidFill>
              <a:latin typeface="Archivo"/>
              <a:ea typeface="Archivo"/>
              <a:cs typeface="Archivo"/>
              <a:sym typeface="Archiv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2">
    <p:spTree>
      <p:nvGrpSpPr>
        <p:cNvPr id="178" name="Shape 178"/>
        <p:cNvGrpSpPr/>
        <p:nvPr/>
      </p:nvGrpSpPr>
      <p:grpSpPr>
        <a:xfrm>
          <a:off x="0" y="0"/>
          <a:ext cx="0" cy="0"/>
          <a:chOff x="0" y="0"/>
          <a:chExt cx="0" cy="0"/>
        </a:xfrm>
      </p:grpSpPr>
      <p:sp>
        <p:nvSpPr>
          <p:cNvPr id="179" name="Google Shape;179;p26"/>
          <p:cNvSpPr/>
          <p:nvPr/>
        </p:nvSpPr>
        <p:spPr>
          <a:xfrm>
            <a:off x="228600" y="3378300"/>
            <a:ext cx="5000700" cy="1268700"/>
          </a:xfrm>
          <a:prstGeom prst="roundRect">
            <a:avLst>
              <a:gd fmla="val 1428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6"/>
          <p:cNvSpPr/>
          <p:nvPr/>
        </p:nvSpPr>
        <p:spPr>
          <a:xfrm>
            <a:off x="228600" y="223625"/>
            <a:ext cx="50007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6"/>
          <p:cNvSpPr/>
          <p:nvPr>
            <p:ph idx="2" type="pic"/>
          </p:nvPr>
        </p:nvSpPr>
        <p:spPr>
          <a:xfrm>
            <a:off x="5349150" y="223625"/>
            <a:ext cx="3566400" cy="4423500"/>
          </a:xfrm>
          <a:prstGeom prst="roundRect">
            <a:avLst>
              <a:gd fmla="val 16667" name="adj"/>
            </a:avLst>
          </a:prstGeom>
          <a:noFill/>
          <a:ln>
            <a:noFill/>
          </a:ln>
        </p:spPr>
      </p:sp>
      <p:sp>
        <p:nvSpPr>
          <p:cNvPr id="182" name="Google Shape;182;p26"/>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6"/>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84" name="Google Shape;184;p26"/>
          <p:cNvSpPr/>
          <p:nvPr/>
        </p:nvSpPr>
        <p:spPr>
          <a:xfrm>
            <a:off x="228600" y="1275183"/>
            <a:ext cx="50007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6"/>
          <p:cNvSpPr/>
          <p:nvPr/>
        </p:nvSpPr>
        <p:spPr>
          <a:xfrm>
            <a:off x="228600" y="2326742"/>
            <a:ext cx="50007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6"/>
          <p:cNvSpPr txBox="1"/>
          <p:nvPr>
            <p:ph idx="3" type="subTitle"/>
          </p:nvPr>
        </p:nvSpPr>
        <p:spPr>
          <a:xfrm>
            <a:off x="342900" y="223625"/>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87" name="Google Shape;187;p26"/>
          <p:cNvSpPr txBox="1"/>
          <p:nvPr>
            <p:ph idx="4" type="body"/>
          </p:nvPr>
        </p:nvSpPr>
        <p:spPr>
          <a:xfrm>
            <a:off x="2491100" y="223625"/>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88" name="Google Shape;188;p26"/>
          <p:cNvSpPr txBox="1"/>
          <p:nvPr>
            <p:ph idx="5" type="subTitle"/>
          </p:nvPr>
        </p:nvSpPr>
        <p:spPr>
          <a:xfrm>
            <a:off x="342947" y="1275188"/>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89" name="Google Shape;189;p26"/>
          <p:cNvSpPr txBox="1"/>
          <p:nvPr>
            <p:ph idx="6" type="body"/>
          </p:nvPr>
        </p:nvSpPr>
        <p:spPr>
          <a:xfrm>
            <a:off x="2491150" y="1275188"/>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0" name="Google Shape;190;p26"/>
          <p:cNvSpPr txBox="1"/>
          <p:nvPr>
            <p:ph idx="7" type="subTitle"/>
          </p:nvPr>
        </p:nvSpPr>
        <p:spPr>
          <a:xfrm>
            <a:off x="342947" y="2326750"/>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91" name="Google Shape;191;p26"/>
          <p:cNvSpPr txBox="1"/>
          <p:nvPr>
            <p:ph idx="8" type="body"/>
          </p:nvPr>
        </p:nvSpPr>
        <p:spPr>
          <a:xfrm>
            <a:off x="2491150" y="2326750"/>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2" name="Google Shape;192;p26"/>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
        <p:nvSpPr>
          <p:cNvPr id="193" name="Google Shape;193;p26"/>
          <p:cNvSpPr txBox="1"/>
          <p:nvPr>
            <p:ph type="title"/>
          </p:nvPr>
        </p:nvSpPr>
        <p:spPr>
          <a:xfrm>
            <a:off x="342900" y="3423725"/>
            <a:ext cx="3457200" cy="973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eration slide">
  <p:cSld name="CUSTOM_12">
    <p:spTree>
      <p:nvGrpSpPr>
        <p:cNvPr id="194" name="Shape 194"/>
        <p:cNvGrpSpPr/>
        <p:nvPr/>
      </p:nvGrpSpPr>
      <p:grpSpPr>
        <a:xfrm>
          <a:off x="0" y="0"/>
          <a:ext cx="0" cy="0"/>
          <a:chOff x="0" y="0"/>
          <a:chExt cx="0" cy="0"/>
        </a:xfrm>
      </p:grpSpPr>
      <p:sp>
        <p:nvSpPr>
          <p:cNvPr id="195" name="Google Shape;195;p27"/>
          <p:cNvSpPr/>
          <p:nvPr/>
        </p:nvSpPr>
        <p:spPr>
          <a:xfrm>
            <a:off x="228600" y="3378300"/>
            <a:ext cx="8686800" cy="1245300"/>
          </a:xfrm>
          <a:prstGeom prst="roundRect">
            <a:avLst>
              <a:gd fmla="val 1428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7"/>
          <p:cNvSpPr/>
          <p:nvPr/>
        </p:nvSpPr>
        <p:spPr>
          <a:xfrm>
            <a:off x="228600" y="223625"/>
            <a:ext cx="42861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7"/>
          <p:cNvSpPr/>
          <p:nvPr/>
        </p:nvSpPr>
        <p:spPr>
          <a:xfrm>
            <a:off x="228600" y="1275183"/>
            <a:ext cx="42861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7"/>
          <p:cNvSpPr/>
          <p:nvPr/>
        </p:nvSpPr>
        <p:spPr>
          <a:xfrm>
            <a:off x="228600" y="2326742"/>
            <a:ext cx="42861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7"/>
          <p:cNvSpPr txBox="1"/>
          <p:nvPr>
            <p:ph type="title"/>
          </p:nvPr>
        </p:nvSpPr>
        <p:spPr>
          <a:xfrm>
            <a:off x="345750" y="3423713"/>
            <a:ext cx="4168800" cy="973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0" name="Google Shape;200;p27"/>
          <p:cNvSpPr txBox="1"/>
          <p:nvPr>
            <p:ph idx="1" type="subTitle"/>
          </p:nvPr>
        </p:nvSpPr>
        <p:spPr>
          <a:xfrm>
            <a:off x="342900" y="223625"/>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01" name="Google Shape;201;p27"/>
          <p:cNvSpPr txBox="1"/>
          <p:nvPr>
            <p:ph idx="2" type="body"/>
          </p:nvPr>
        </p:nvSpPr>
        <p:spPr>
          <a:xfrm>
            <a:off x="2167777" y="223625"/>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2" name="Google Shape;202;p27"/>
          <p:cNvSpPr txBox="1"/>
          <p:nvPr>
            <p:ph idx="3" type="subTitle"/>
          </p:nvPr>
        </p:nvSpPr>
        <p:spPr>
          <a:xfrm>
            <a:off x="342947" y="1275188"/>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03" name="Google Shape;203;p27"/>
          <p:cNvSpPr txBox="1"/>
          <p:nvPr>
            <p:ph idx="4" type="body"/>
          </p:nvPr>
        </p:nvSpPr>
        <p:spPr>
          <a:xfrm>
            <a:off x="2167820" y="1275188"/>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4" name="Google Shape;204;p27"/>
          <p:cNvSpPr txBox="1"/>
          <p:nvPr>
            <p:ph idx="5" type="subTitle"/>
          </p:nvPr>
        </p:nvSpPr>
        <p:spPr>
          <a:xfrm>
            <a:off x="342947" y="2326750"/>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05" name="Google Shape;205;p27"/>
          <p:cNvSpPr txBox="1"/>
          <p:nvPr>
            <p:ph idx="6" type="body"/>
          </p:nvPr>
        </p:nvSpPr>
        <p:spPr>
          <a:xfrm>
            <a:off x="2167820" y="2326750"/>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6" name="Google Shape;206;p27"/>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7"/>
          <p:cNvSpPr txBox="1"/>
          <p:nvPr>
            <p:ph idx="7"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08" name="Google Shape;208;p27"/>
          <p:cNvSpPr/>
          <p:nvPr/>
        </p:nvSpPr>
        <p:spPr>
          <a:xfrm>
            <a:off x="4635138" y="223638"/>
            <a:ext cx="42861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7"/>
          <p:cNvSpPr/>
          <p:nvPr/>
        </p:nvSpPr>
        <p:spPr>
          <a:xfrm>
            <a:off x="4635138" y="1275196"/>
            <a:ext cx="42861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7"/>
          <p:cNvSpPr/>
          <p:nvPr/>
        </p:nvSpPr>
        <p:spPr>
          <a:xfrm>
            <a:off x="4635138" y="2326754"/>
            <a:ext cx="42861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7"/>
          <p:cNvSpPr txBox="1"/>
          <p:nvPr>
            <p:ph idx="8" type="subTitle"/>
          </p:nvPr>
        </p:nvSpPr>
        <p:spPr>
          <a:xfrm>
            <a:off x="4749850" y="223650"/>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12" name="Google Shape;212;p27"/>
          <p:cNvSpPr txBox="1"/>
          <p:nvPr>
            <p:ph idx="9" type="body"/>
          </p:nvPr>
        </p:nvSpPr>
        <p:spPr>
          <a:xfrm>
            <a:off x="6574314" y="223638"/>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13" name="Google Shape;213;p27"/>
          <p:cNvSpPr txBox="1"/>
          <p:nvPr>
            <p:ph idx="13" type="subTitle"/>
          </p:nvPr>
        </p:nvSpPr>
        <p:spPr>
          <a:xfrm>
            <a:off x="4749894" y="1275213"/>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14" name="Google Shape;214;p27"/>
          <p:cNvSpPr txBox="1"/>
          <p:nvPr>
            <p:ph idx="14" type="body"/>
          </p:nvPr>
        </p:nvSpPr>
        <p:spPr>
          <a:xfrm>
            <a:off x="6574357" y="1275200"/>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15" name="Google Shape;215;p27"/>
          <p:cNvSpPr txBox="1"/>
          <p:nvPr>
            <p:ph idx="15" type="subTitle"/>
          </p:nvPr>
        </p:nvSpPr>
        <p:spPr>
          <a:xfrm>
            <a:off x="4749894" y="2326775"/>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216" name="Google Shape;216;p27"/>
          <p:cNvSpPr txBox="1"/>
          <p:nvPr>
            <p:ph idx="16" type="body"/>
          </p:nvPr>
        </p:nvSpPr>
        <p:spPr>
          <a:xfrm>
            <a:off x="6574357" y="2326763"/>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17" name="Google Shape;217;p27"/>
          <p:cNvSpPr txBox="1"/>
          <p:nvPr>
            <p:ph idx="17" type="body"/>
          </p:nvPr>
        </p:nvSpPr>
        <p:spPr>
          <a:xfrm>
            <a:off x="4634650" y="3423725"/>
            <a:ext cx="34521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8" name="Google Shape;218;p27"/>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p:cSld name="CUSTOM_4">
    <p:spTree>
      <p:nvGrpSpPr>
        <p:cNvPr id="219" name="Shape 219"/>
        <p:cNvGrpSpPr/>
        <p:nvPr/>
      </p:nvGrpSpPr>
      <p:grpSpPr>
        <a:xfrm>
          <a:off x="0" y="0"/>
          <a:ext cx="0" cy="0"/>
          <a:chOff x="0" y="0"/>
          <a:chExt cx="0" cy="0"/>
        </a:xfrm>
      </p:grpSpPr>
      <p:sp>
        <p:nvSpPr>
          <p:cNvPr id="220" name="Google Shape;220;p28"/>
          <p:cNvSpPr txBox="1"/>
          <p:nvPr>
            <p:ph type="title"/>
          </p:nvPr>
        </p:nvSpPr>
        <p:spPr>
          <a:xfrm>
            <a:off x="228600" y="223625"/>
            <a:ext cx="3571500" cy="8403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28"/>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8"/>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23" name="Google Shape;223;p28"/>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3">
    <p:spTree>
      <p:nvGrpSpPr>
        <p:cNvPr id="224" name="Shape 224"/>
        <p:cNvGrpSpPr/>
        <p:nvPr/>
      </p:nvGrpSpPr>
      <p:grpSpPr>
        <a:xfrm>
          <a:off x="0" y="0"/>
          <a:ext cx="0" cy="0"/>
          <a:chOff x="0" y="0"/>
          <a:chExt cx="0" cy="0"/>
        </a:xfrm>
      </p:grpSpPr>
      <p:sp>
        <p:nvSpPr>
          <p:cNvPr id="225" name="Google Shape;225;p29"/>
          <p:cNvSpPr/>
          <p:nvPr/>
        </p:nvSpPr>
        <p:spPr>
          <a:xfrm>
            <a:off x="228600" y="223625"/>
            <a:ext cx="4286100" cy="16179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9"/>
          <p:cNvSpPr/>
          <p:nvPr/>
        </p:nvSpPr>
        <p:spPr>
          <a:xfrm>
            <a:off x="228600" y="2007883"/>
            <a:ext cx="4286100" cy="2639100"/>
          </a:xfrm>
          <a:prstGeom prst="roundRect">
            <a:avLst>
              <a:gd fmla="val 945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9"/>
          <p:cNvSpPr/>
          <p:nvPr/>
        </p:nvSpPr>
        <p:spPr>
          <a:xfrm>
            <a:off x="4635150" y="223620"/>
            <a:ext cx="4286100" cy="44235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9"/>
          <p:cNvSpPr txBox="1"/>
          <p:nvPr>
            <p:ph type="title"/>
          </p:nvPr>
        </p:nvSpPr>
        <p:spPr>
          <a:xfrm>
            <a:off x="486900" y="313025"/>
            <a:ext cx="3768600" cy="1439100"/>
          </a:xfrm>
          <a:prstGeom prst="rect">
            <a:avLst/>
          </a:prstGeom>
        </p:spPr>
        <p:txBody>
          <a:bodyPr anchorCtr="0" anchor="t" bIns="91425" lIns="91425" spcFirstLastPara="1" rIns="91425" wrap="square" tIns="91425">
            <a:noAutofit/>
          </a:bodyPr>
          <a:lstStyle>
            <a:lvl1pPr lvl="0">
              <a:spcBef>
                <a:spcPts val="0"/>
              </a:spcBef>
              <a:spcAft>
                <a:spcPts val="0"/>
              </a:spcAft>
              <a:buSzPts val="15900"/>
              <a:buNone/>
              <a:defRPr sz="15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29"/>
          <p:cNvSpPr txBox="1"/>
          <p:nvPr>
            <p:ph idx="1" type="subTitle"/>
          </p:nvPr>
        </p:nvSpPr>
        <p:spPr>
          <a:xfrm>
            <a:off x="300250" y="2184550"/>
            <a:ext cx="3609900" cy="49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30" name="Google Shape;230;p29"/>
          <p:cNvSpPr txBox="1"/>
          <p:nvPr>
            <p:ph idx="2" type="body"/>
          </p:nvPr>
        </p:nvSpPr>
        <p:spPr>
          <a:xfrm>
            <a:off x="342625" y="2878200"/>
            <a:ext cx="4005600" cy="16179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231" name="Google Shape;231;p29"/>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9"/>
          <p:cNvSpPr txBox="1"/>
          <p:nvPr>
            <p:ph idx="3"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33" name="Google Shape;233;p29"/>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breakdown">
  <p:cSld name="CUSTOM_5">
    <p:spTree>
      <p:nvGrpSpPr>
        <p:cNvPr id="234" name="Shape 234"/>
        <p:cNvGrpSpPr/>
        <p:nvPr/>
      </p:nvGrpSpPr>
      <p:grpSpPr>
        <a:xfrm>
          <a:off x="0" y="0"/>
          <a:ext cx="0" cy="0"/>
          <a:chOff x="0" y="0"/>
          <a:chExt cx="0" cy="0"/>
        </a:xfrm>
      </p:grpSpPr>
      <p:sp>
        <p:nvSpPr>
          <p:cNvPr id="235" name="Google Shape;235;p30"/>
          <p:cNvSpPr/>
          <p:nvPr/>
        </p:nvSpPr>
        <p:spPr>
          <a:xfrm>
            <a:off x="228600" y="223625"/>
            <a:ext cx="2817000" cy="3238500"/>
          </a:xfrm>
          <a:prstGeom prst="roundRect">
            <a:avLst>
              <a:gd fmla="val 673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0"/>
          <p:cNvSpPr txBox="1"/>
          <p:nvPr>
            <p:ph type="title"/>
          </p:nvPr>
        </p:nvSpPr>
        <p:spPr>
          <a:xfrm>
            <a:off x="297725" y="339825"/>
            <a:ext cx="2175600" cy="6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7" name="Google Shape;237;p30"/>
          <p:cNvSpPr txBox="1"/>
          <p:nvPr>
            <p:ph idx="1" type="subTitle"/>
          </p:nvPr>
        </p:nvSpPr>
        <p:spPr>
          <a:xfrm>
            <a:off x="286975" y="1833350"/>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38" name="Google Shape;238;p30"/>
          <p:cNvSpPr txBox="1"/>
          <p:nvPr>
            <p:ph idx="2" type="body"/>
          </p:nvPr>
        </p:nvSpPr>
        <p:spPr>
          <a:xfrm>
            <a:off x="297713" y="2174175"/>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39" name="Google Shape;239;p30"/>
          <p:cNvSpPr/>
          <p:nvPr/>
        </p:nvSpPr>
        <p:spPr>
          <a:xfrm>
            <a:off x="3163566" y="1408550"/>
            <a:ext cx="2817000" cy="3238500"/>
          </a:xfrm>
          <a:prstGeom prst="roundRect">
            <a:avLst>
              <a:gd fmla="val 68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0"/>
          <p:cNvSpPr txBox="1"/>
          <p:nvPr>
            <p:ph idx="3" type="title"/>
          </p:nvPr>
        </p:nvSpPr>
        <p:spPr>
          <a:xfrm>
            <a:off x="3232700" y="1526050"/>
            <a:ext cx="2175600" cy="673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1" name="Google Shape;241;p30"/>
          <p:cNvSpPr txBox="1"/>
          <p:nvPr>
            <p:ph idx="4" type="subTitle"/>
          </p:nvPr>
        </p:nvSpPr>
        <p:spPr>
          <a:xfrm>
            <a:off x="3221925" y="3018275"/>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42" name="Google Shape;242;p30"/>
          <p:cNvSpPr txBox="1"/>
          <p:nvPr>
            <p:ph idx="5" type="body"/>
          </p:nvPr>
        </p:nvSpPr>
        <p:spPr>
          <a:xfrm>
            <a:off x="3232678" y="3359100"/>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3" name="Google Shape;243;p30"/>
          <p:cNvSpPr/>
          <p:nvPr/>
        </p:nvSpPr>
        <p:spPr>
          <a:xfrm>
            <a:off x="6098531" y="223625"/>
            <a:ext cx="2817000" cy="3238500"/>
          </a:xfrm>
          <a:prstGeom prst="roundRect">
            <a:avLst>
              <a:gd fmla="val 824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30"/>
          <p:cNvSpPr txBox="1"/>
          <p:nvPr>
            <p:ph idx="6" type="title"/>
          </p:nvPr>
        </p:nvSpPr>
        <p:spPr>
          <a:xfrm>
            <a:off x="6167650" y="339825"/>
            <a:ext cx="2175600" cy="6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5" name="Google Shape;245;p30"/>
          <p:cNvSpPr txBox="1"/>
          <p:nvPr>
            <p:ph idx="7" type="subTitle"/>
          </p:nvPr>
        </p:nvSpPr>
        <p:spPr>
          <a:xfrm>
            <a:off x="6156900" y="1833350"/>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46" name="Google Shape;246;p30"/>
          <p:cNvSpPr txBox="1"/>
          <p:nvPr>
            <p:ph idx="8" type="body"/>
          </p:nvPr>
        </p:nvSpPr>
        <p:spPr>
          <a:xfrm>
            <a:off x="6167644" y="2174175"/>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7" name="Google Shape;247;p30"/>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30"/>
          <p:cNvSpPr txBox="1"/>
          <p:nvPr>
            <p:ph idx="9"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49" name="Google Shape;249;p30"/>
          <p:cNvSpPr/>
          <p:nvPr/>
        </p:nvSpPr>
        <p:spPr>
          <a:xfrm>
            <a:off x="176700" y="3614750"/>
            <a:ext cx="2868900" cy="1032300"/>
          </a:xfrm>
          <a:prstGeom prst="roundRect">
            <a:avLst>
              <a:gd fmla="val 1789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0"/>
          <p:cNvSpPr/>
          <p:nvPr/>
        </p:nvSpPr>
        <p:spPr>
          <a:xfrm>
            <a:off x="3163575" y="223625"/>
            <a:ext cx="2817000" cy="1032300"/>
          </a:xfrm>
          <a:prstGeom prst="roundRect">
            <a:avLst>
              <a:gd fmla="val 178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0"/>
          <p:cNvSpPr/>
          <p:nvPr/>
        </p:nvSpPr>
        <p:spPr>
          <a:xfrm>
            <a:off x="6098550" y="3614750"/>
            <a:ext cx="2817000" cy="1032300"/>
          </a:xfrm>
          <a:prstGeom prst="roundRect">
            <a:avLst>
              <a:gd fmla="val 178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0"/>
          <p:cNvSpPr txBox="1"/>
          <p:nvPr>
            <p:ph idx="13" type="title"/>
          </p:nvPr>
        </p:nvSpPr>
        <p:spPr>
          <a:xfrm>
            <a:off x="336850" y="3751925"/>
            <a:ext cx="24858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1000"/>
              <a:buNone/>
              <a:defRPr sz="1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3" name="Google Shape;253;p30"/>
          <p:cNvSpPr txBox="1"/>
          <p:nvPr>
            <p:ph idx="14" type="title"/>
          </p:nvPr>
        </p:nvSpPr>
        <p:spPr>
          <a:xfrm>
            <a:off x="3363725" y="339825"/>
            <a:ext cx="24858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1000"/>
              <a:buNone/>
              <a:defRPr sz="1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4" name="Google Shape;254;p30"/>
          <p:cNvSpPr txBox="1"/>
          <p:nvPr>
            <p:ph idx="15" type="title"/>
          </p:nvPr>
        </p:nvSpPr>
        <p:spPr>
          <a:xfrm>
            <a:off x="6098100" y="3751925"/>
            <a:ext cx="28170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9500"/>
              <a:buNone/>
              <a:defRPr sz="95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55" name="Google Shape;255;p30"/>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
        <p:nvSpPr>
          <p:cNvPr id="256" name="Google Shape;256;p30"/>
          <p:cNvSpPr txBox="1"/>
          <p:nvPr/>
        </p:nvSpPr>
        <p:spPr>
          <a:xfrm>
            <a:off x="-2481308" y="1833350"/>
            <a:ext cx="2658000" cy="3510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1800">
                <a:solidFill>
                  <a:schemeClr val="lt1"/>
                </a:solidFill>
                <a:latin typeface="Darker Grotesque"/>
                <a:ea typeface="Darker Grotesque"/>
                <a:cs typeface="Darker Grotesque"/>
                <a:sym typeface="Darker Grotesque"/>
              </a:rPr>
              <a:t>100K</a:t>
            </a:r>
            <a:endParaRPr b="1" sz="1800">
              <a:solidFill>
                <a:schemeClr val="lt1"/>
              </a:solidFill>
              <a:latin typeface="Darker Grotesque"/>
              <a:ea typeface="Darker Grotesque"/>
              <a:cs typeface="Darker Grotesque"/>
              <a:sym typeface="Darker Grotesque"/>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p:cSld name="CUSTOM_10">
    <p:spTree>
      <p:nvGrpSpPr>
        <p:cNvPr id="257" name="Shape 257"/>
        <p:cNvGrpSpPr/>
        <p:nvPr/>
      </p:nvGrpSpPr>
      <p:grpSpPr>
        <a:xfrm>
          <a:off x="0" y="0"/>
          <a:ext cx="0" cy="0"/>
          <a:chOff x="0" y="0"/>
          <a:chExt cx="0" cy="0"/>
        </a:xfrm>
      </p:grpSpPr>
      <p:sp>
        <p:nvSpPr>
          <p:cNvPr id="258" name="Google Shape;258;p31"/>
          <p:cNvSpPr/>
          <p:nvPr>
            <p:ph idx="2" type="pic"/>
          </p:nvPr>
        </p:nvSpPr>
        <p:spPr>
          <a:xfrm>
            <a:off x="228600" y="3200450"/>
            <a:ext cx="8686800" cy="1446600"/>
          </a:xfrm>
          <a:prstGeom prst="roundRect">
            <a:avLst>
              <a:gd fmla="val 16667" name="adj"/>
            </a:avLst>
          </a:prstGeom>
          <a:noFill/>
          <a:ln>
            <a:noFill/>
          </a:ln>
        </p:spPr>
      </p:sp>
      <p:sp>
        <p:nvSpPr>
          <p:cNvPr id="259" name="Google Shape;259;p31"/>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31"/>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61" name="Google Shape;261;p31"/>
          <p:cNvSpPr txBox="1"/>
          <p:nvPr>
            <p:ph type="title"/>
          </p:nvPr>
        </p:nvSpPr>
        <p:spPr>
          <a:xfrm>
            <a:off x="228600" y="1917525"/>
            <a:ext cx="8686800" cy="1109400"/>
          </a:xfrm>
          <a:prstGeom prst="rect">
            <a:avLst/>
          </a:prstGeom>
        </p:spPr>
        <p:txBody>
          <a:bodyPr anchorCtr="0" anchor="t" bIns="91425" lIns="91425" spcFirstLastPara="1" rIns="91425" wrap="square" tIns="91425">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p:txBody>
      </p:sp>
      <p:sp>
        <p:nvSpPr>
          <p:cNvPr id="262" name="Google Shape;262;p31"/>
          <p:cNvSpPr txBox="1"/>
          <p:nvPr>
            <p:ph idx="3" type="body"/>
          </p:nvPr>
        </p:nvSpPr>
        <p:spPr>
          <a:xfrm>
            <a:off x="5349150" y="248725"/>
            <a:ext cx="3452700" cy="1446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3" name="Google Shape;263;p31"/>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MAIN_POINT">
    <p:spTree>
      <p:nvGrpSpPr>
        <p:cNvPr id="264" name="Shape 264"/>
        <p:cNvGrpSpPr/>
        <p:nvPr/>
      </p:nvGrpSpPr>
      <p:grpSpPr>
        <a:xfrm>
          <a:off x="0" y="0"/>
          <a:ext cx="0" cy="0"/>
          <a:chOff x="0" y="0"/>
          <a:chExt cx="0" cy="0"/>
        </a:xfrm>
      </p:grpSpPr>
      <p:sp>
        <p:nvSpPr>
          <p:cNvPr id="265" name="Google Shape;265;p32"/>
          <p:cNvSpPr/>
          <p:nvPr>
            <p:ph idx="2" type="pic"/>
          </p:nvPr>
        </p:nvSpPr>
        <p:spPr>
          <a:xfrm>
            <a:off x="228600" y="223625"/>
            <a:ext cx="8686800" cy="1446600"/>
          </a:xfrm>
          <a:prstGeom prst="roundRect">
            <a:avLst>
              <a:gd fmla="val 16667" name="adj"/>
            </a:avLst>
          </a:prstGeom>
          <a:noFill/>
          <a:ln>
            <a:noFill/>
          </a:ln>
        </p:spPr>
      </p:sp>
      <p:sp>
        <p:nvSpPr>
          <p:cNvPr id="266" name="Google Shape;266;p32"/>
          <p:cNvSpPr txBox="1"/>
          <p:nvPr>
            <p:ph type="title"/>
          </p:nvPr>
        </p:nvSpPr>
        <p:spPr>
          <a:xfrm>
            <a:off x="2491100" y="1960225"/>
            <a:ext cx="6538500" cy="2959800"/>
          </a:xfrm>
          <a:prstGeom prst="rect">
            <a:avLst/>
          </a:prstGeom>
        </p:spPr>
        <p:txBody>
          <a:bodyPr anchorCtr="0" anchor="t" bIns="91425" lIns="91425" spcFirstLastPara="1" rIns="91425" wrap="square" tIns="91425">
            <a:noAutofit/>
          </a:bodyPr>
          <a:lstStyle>
            <a:lvl1pPr lvl="0" algn="r">
              <a:spcBef>
                <a:spcPts val="0"/>
              </a:spcBef>
              <a:spcAft>
                <a:spcPts val="0"/>
              </a:spcAft>
              <a:buSzPts val="15900"/>
              <a:buNone/>
              <a:defRPr sz="15900"/>
            </a:lvl1pPr>
            <a:lvl2pPr lvl="1" algn="r">
              <a:spcBef>
                <a:spcPts val="0"/>
              </a:spcBef>
              <a:spcAft>
                <a:spcPts val="0"/>
              </a:spcAft>
              <a:buSzPts val="15900"/>
              <a:buNone/>
              <a:defRPr sz="15900"/>
            </a:lvl2pPr>
            <a:lvl3pPr lvl="2" algn="r">
              <a:spcBef>
                <a:spcPts val="0"/>
              </a:spcBef>
              <a:spcAft>
                <a:spcPts val="0"/>
              </a:spcAft>
              <a:buSzPts val="15900"/>
              <a:buNone/>
              <a:defRPr sz="15900"/>
            </a:lvl3pPr>
            <a:lvl4pPr lvl="3" algn="r">
              <a:spcBef>
                <a:spcPts val="0"/>
              </a:spcBef>
              <a:spcAft>
                <a:spcPts val="0"/>
              </a:spcAft>
              <a:buSzPts val="15900"/>
              <a:buNone/>
              <a:defRPr sz="15900"/>
            </a:lvl4pPr>
            <a:lvl5pPr lvl="4" algn="r">
              <a:spcBef>
                <a:spcPts val="0"/>
              </a:spcBef>
              <a:spcAft>
                <a:spcPts val="0"/>
              </a:spcAft>
              <a:buSzPts val="15900"/>
              <a:buNone/>
              <a:defRPr sz="15900"/>
            </a:lvl5pPr>
            <a:lvl6pPr lvl="5" algn="r">
              <a:spcBef>
                <a:spcPts val="0"/>
              </a:spcBef>
              <a:spcAft>
                <a:spcPts val="0"/>
              </a:spcAft>
              <a:buSzPts val="15900"/>
              <a:buNone/>
              <a:defRPr sz="15900"/>
            </a:lvl6pPr>
            <a:lvl7pPr lvl="6" algn="r">
              <a:spcBef>
                <a:spcPts val="0"/>
              </a:spcBef>
              <a:spcAft>
                <a:spcPts val="0"/>
              </a:spcAft>
              <a:buSzPts val="15900"/>
              <a:buNone/>
              <a:defRPr sz="15900"/>
            </a:lvl7pPr>
            <a:lvl8pPr lvl="7" algn="r">
              <a:spcBef>
                <a:spcPts val="0"/>
              </a:spcBef>
              <a:spcAft>
                <a:spcPts val="0"/>
              </a:spcAft>
              <a:buSzPts val="15900"/>
              <a:buNone/>
              <a:defRPr sz="15900"/>
            </a:lvl8pPr>
            <a:lvl9pPr lvl="8" algn="r">
              <a:spcBef>
                <a:spcPts val="0"/>
              </a:spcBef>
              <a:spcAft>
                <a:spcPts val="0"/>
              </a:spcAft>
              <a:buSzPts val="15900"/>
              <a:buNone/>
              <a:defRPr sz="15900"/>
            </a:lvl9pPr>
          </a:lstStyle>
          <a:p/>
        </p:txBody>
      </p:sp>
      <p:sp>
        <p:nvSpPr>
          <p:cNvPr id="267" name="Google Shape;267;p32"/>
          <p:cNvSpPr txBox="1"/>
          <p:nvPr>
            <p:ph idx="1" type="body"/>
          </p:nvPr>
        </p:nvSpPr>
        <p:spPr>
          <a:xfrm>
            <a:off x="228600" y="1705850"/>
            <a:ext cx="2262600" cy="623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b="1"/>
            </a:lvl1pPr>
            <a:lvl2pPr indent="-292100" lvl="1" marL="914400">
              <a:spcBef>
                <a:spcPts val="0"/>
              </a:spcBef>
              <a:spcAft>
                <a:spcPts val="0"/>
              </a:spcAft>
              <a:buSzPts val="1000"/>
              <a:buChar char="○"/>
              <a:defRPr b="1"/>
            </a:lvl2pPr>
            <a:lvl3pPr indent="-292100" lvl="2" marL="1371600">
              <a:spcBef>
                <a:spcPts val="0"/>
              </a:spcBef>
              <a:spcAft>
                <a:spcPts val="0"/>
              </a:spcAft>
              <a:buSzPts val="1000"/>
              <a:buChar char="■"/>
              <a:defRPr b="1"/>
            </a:lvl3pPr>
            <a:lvl4pPr indent="-292100" lvl="3" marL="1828800">
              <a:spcBef>
                <a:spcPts val="0"/>
              </a:spcBef>
              <a:spcAft>
                <a:spcPts val="0"/>
              </a:spcAft>
              <a:buSzPts val="1000"/>
              <a:buChar char="●"/>
              <a:defRPr b="1"/>
            </a:lvl4pPr>
            <a:lvl5pPr indent="-292100" lvl="4" marL="2286000">
              <a:spcBef>
                <a:spcPts val="0"/>
              </a:spcBef>
              <a:spcAft>
                <a:spcPts val="0"/>
              </a:spcAft>
              <a:buSzPts val="1000"/>
              <a:buChar char="○"/>
              <a:defRPr b="1"/>
            </a:lvl5pPr>
            <a:lvl6pPr indent="-292100" lvl="5" marL="2743200">
              <a:spcBef>
                <a:spcPts val="0"/>
              </a:spcBef>
              <a:spcAft>
                <a:spcPts val="0"/>
              </a:spcAft>
              <a:buSzPts val="1000"/>
              <a:buChar char="■"/>
              <a:defRPr b="1"/>
            </a:lvl6pPr>
            <a:lvl7pPr indent="-292100" lvl="6" marL="3200400">
              <a:spcBef>
                <a:spcPts val="0"/>
              </a:spcBef>
              <a:spcAft>
                <a:spcPts val="0"/>
              </a:spcAft>
              <a:buSzPts val="1000"/>
              <a:buChar char="●"/>
              <a:defRPr b="1"/>
            </a:lvl7pPr>
            <a:lvl8pPr indent="-292100" lvl="7" marL="3657600">
              <a:spcBef>
                <a:spcPts val="0"/>
              </a:spcBef>
              <a:spcAft>
                <a:spcPts val="0"/>
              </a:spcAft>
              <a:buSzPts val="1000"/>
              <a:buChar char="○"/>
              <a:defRPr b="1"/>
            </a:lvl8pPr>
            <a:lvl9pPr indent="-292100" lvl="8" marL="4114800">
              <a:spcBef>
                <a:spcPts val="0"/>
              </a:spcBef>
              <a:spcAft>
                <a:spcPts val="0"/>
              </a:spcAft>
              <a:buSzPts val="1000"/>
              <a:buChar char="■"/>
              <a:defRPr b="1"/>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USTOM_6">
    <p:bg>
      <p:bgPr>
        <a:solidFill>
          <a:schemeClr val="accent1"/>
        </a:solidFill>
      </p:bgPr>
    </p:bg>
    <p:spTree>
      <p:nvGrpSpPr>
        <p:cNvPr id="268" name="Shape 268"/>
        <p:cNvGrpSpPr/>
        <p:nvPr/>
      </p:nvGrpSpPr>
      <p:grpSpPr>
        <a:xfrm>
          <a:off x="0" y="0"/>
          <a:ext cx="0" cy="0"/>
          <a:chOff x="0" y="0"/>
          <a:chExt cx="0" cy="0"/>
        </a:xfrm>
      </p:grpSpPr>
      <p:sp>
        <p:nvSpPr>
          <p:cNvPr id="269" name="Google Shape;269;p33"/>
          <p:cNvSpPr txBox="1"/>
          <p:nvPr>
            <p:ph type="title"/>
          </p:nvPr>
        </p:nvSpPr>
        <p:spPr>
          <a:xfrm>
            <a:off x="342900" y="223625"/>
            <a:ext cx="8525100" cy="183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0"/>
              <a:buNone/>
              <a:defRPr sz="15000">
                <a:solidFill>
                  <a:schemeClr val="lt1"/>
                </a:solidFill>
              </a:defRPr>
            </a:lvl1pPr>
            <a:lvl2pPr lvl="1">
              <a:spcBef>
                <a:spcPts val="0"/>
              </a:spcBef>
              <a:spcAft>
                <a:spcPts val="0"/>
              </a:spcAft>
              <a:buClr>
                <a:schemeClr val="lt1"/>
              </a:buClr>
              <a:buSzPts val="15000"/>
              <a:buNone/>
              <a:defRPr sz="15000">
                <a:solidFill>
                  <a:schemeClr val="lt1"/>
                </a:solidFill>
              </a:defRPr>
            </a:lvl2pPr>
            <a:lvl3pPr lvl="2">
              <a:spcBef>
                <a:spcPts val="0"/>
              </a:spcBef>
              <a:spcAft>
                <a:spcPts val="0"/>
              </a:spcAft>
              <a:buClr>
                <a:schemeClr val="lt1"/>
              </a:buClr>
              <a:buSzPts val="15000"/>
              <a:buNone/>
              <a:defRPr sz="15000">
                <a:solidFill>
                  <a:schemeClr val="lt1"/>
                </a:solidFill>
              </a:defRPr>
            </a:lvl3pPr>
            <a:lvl4pPr lvl="3">
              <a:spcBef>
                <a:spcPts val="0"/>
              </a:spcBef>
              <a:spcAft>
                <a:spcPts val="0"/>
              </a:spcAft>
              <a:buClr>
                <a:schemeClr val="lt1"/>
              </a:buClr>
              <a:buSzPts val="15000"/>
              <a:buNone/>
              <a:defRPr sz="15000">
                <a:solidFill>
                  <a:schemeClr val="lt1"/>
                </a:solidFill>
              </a:defRPr>
            </a:lvl4pPr>
            <a:lvl5pPr lvl="4">
              <a:spcBef>
                <a:spcPts val="0"/>
              </a:spcBef>
              <a:spcAft>
                <a:spcPts val="0"/>
              </a:spcAft>
              <a:buClr>
                <a:schemeClr val="lt1"/>
              </a:buClr>
              <a:buSzPts val="15000"/>
              <a:buNone/>
              <a:defRPr sz="15000">
                <a:solidFill>
                  <a:schemeClr val="lt1"/>
                </a:solidFill>
              </a:defRPr>
            </a:lvl5pPr>
            <a:lvl6pPr lvl="5">
              <a:spcBef>
                <a:spcPts val="0"/>
              </a:spcBef>
              <a:spcAft>
                <a:spcPts val="0"/>
              </a:spcAft>
              <a:buClr>
                <a:schemeClr val="lt1"/>
              </a:buClr>
              <a:buSzPts val="15000"/>
              <a:buNone/>
              <a:defRPr sz="15000">
                <a:solidFill>
                  <a:schemeClr val="lt1"/>
                </a:solidFill>
              </a:defRPr>
            </a:lvl6pPr>
            <a:lvl7pPr lvl="6">
              <a:spcBef>
                <a:spcPts val="0"/>
              </a:spcBef>
              <a:spcAft>
                <a:spcPts val="0"/>
              </a:spcAft>
              <a:buClr>
                <a:schemeClr val="lt1"/>
              </a:buClr>
              <a:buSzPts val="15000"/>
              <a:buNone/>
              <a:defRPr sz="15000">
                <a:solidFill>
                  <a:schemeClr val="lt1"/>
                </a:solidFill>
              </a:defRPr>
            </a:lvl7pPr>
            <a:lvl8pPr lvl="7">
              <a:spcBef>
                <a:spcPts val="0"/>
              </a:spcBef>
              <a:spcAft>
                <a:spcPts val="0"/>
              </a:spcAft>
              <a:buClr>
                <a:schemeClr val="lt1"/>
              </a:buClr>
              <a:buSzPts val="15000"/>
              <a:buNone/>
              <a:defRPr sz="15000">
                <a:solidFill>
                  <a:schemeClr val="lt1"/>
                </a:solidFill>
              </a:defRPr>
            </a:lvl8pPr>
            <a:lvl9pPr lvl="8">
              <a:spcBef>
                <a:spcPts val="0"/>
              </a:spcBef>
              <a:spcAft>
                <a:spcPts val="0"/>
              </a:spcAft>
              <a:buClr>
                <a:schemeClr val="lt1"/>
              </a:buClr>
              <a:buSzPts val="15000"/>
              <a:buNone/>
              <a:defRPr sz="15000">
                <a:solidFill>
                  <a:schemeClr val="lt1"/>
                </a:solidFill>
              </a:defRPr>
            </a:lvl9pPr>
          </a:lstStyle>
          <a:p/>
        </p:txBody>
      </p:sp>
      <p:sp>
        <p:nvSpPr>
          <p:cNvPr id="270" name="Google Shape;270;p33"/>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1">
  <p:cSld name="CUSTOM_7">
    <p:spTree>
      <p:nvGrpSpPr>
        <p:cNvPr id="271" name="Shape 271"/>
        <p:cNvGrpSpPr/>
        <p:nvPr/>
      </p:nvGrpSpPr>
      <p:grpSpPr>
        <a:xfrm>
          <a:off x="0" y="0"/>
          <a:ext cx="0" cy="0"/>
          <a:chOff x="0" y="0"/>
          <a:chExt cx="0" cy="0"/>
        </a:xfrm>
      </p:grpSpPr>
      <p:pic>
        <p:nvPicPr>
          <p:cNvPr descr="Design mock of a smartphone." id="272" name="Google Shape;272;p34"/>
          <p:cNvPicPr preferRelativeResize="0"/>
          <p:nvPr/>
        </p:nvPicPr>
        <p:blipFill>
          <a:blip r:embed="rId2">
            <a:alphaModFix/>
          </a:blip>
          <a:stretch>
            <a:fillRect/>
          </a:stretch>
        </p:blipFill>
        <p:spPr>
          <a:xfrm>
            <a:off x="776119" y="760213"/>
            <a:ext cx="2045398" cy="3618224"/>
          </a:xfrm>
          <a:prstGeom prst="rect">
            <a:avLst/>
          </a:prstGeom>
          <a:noFill/>
          <a:ln>
            <a:noFill/>
          </a:ln>
        </p:spPr>
      </p:pic>
      <p:pic>
        <p:nvPicPr>
          <p:cNvPr descr="Design mock of a tablet computer." id="273" name="Google Shape;273;p34"/>
          <p:cNvPicPr preferRelativeResize="0"/>
          <p:nvPr/>
        </p:nvPicPr>
        <p:blipFill rotWithShape="1">
          <a:blip r:embed="rId3">
            <a:alphaModFix/>
          </a:blip>
          <a:srcRect b="0" l="4471" r="4462" t="0"/>
          <a:stretch/>
        </p:blipFill>
        <p:spPr>
          <a:xfrm>
            <a:off x="3469416" y="760225"/>
            <a:ext cx="5023764" cy="3623074"/>
          </a:xfrm>
          <a:prstGeom prst="rect">
            <a:avLst/>
          </a:prstGeom>
          <a:noFill/>
          <a:ln>
            <a:noFill/>
          </a:ln>
        </p:spPr>
      </p:pic>
      <p:sp>
        <p:nvSpPr>
          <p:cNvPr id="274" name="Google Shape;274;p34"/>
          <p:cNvSpPr/>
          <p:nvPr>
            <p:ph idx="2" type="pic"/>
          </p:nvPr>
        </p:nvSpPr>
        <p:spPr>
          <a:xfrm>
            <a:off x="993900" y="844150"/>
            <a:ext cx="1614300" cy="3417000"/>
          </a:xfrm>
          <a:prstGeom prst="roundRect">
            <a:avLst>
              <a:gd fmla="val 12259" name="adj"/>
            </a:avLst>
          </a:prstGeom>
          <a:noFill/>
          <a:ln>
            <a:noFill/>
          </a:ln>
        </p:spPr>
      </p:sp>
      <p:sp>
        <p:nvSpPr>
          <p:cNvPr id="275" name="Google Shape;275;p34"/>
          <p:cNvSpPr/>
          <p:nvPr>
            <p:ph idx="3" type="pic"/>
          </p:nvPr>
        </p:nvSpPr>
        <p:spPr>
          <a:xfrm>
            <a:off x="3568350" y="844150"/>
            <a:ext cx="4812300" cy="3417000"/>
          </a:xfrm>
          <a:prstGeom prst="roundRect">
            <a:avLst>
              <a:gd fmla="val 4881" name="adj"/>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2">
  <p:cSld name="CUSTOM_8">
    <p:spTree>
      <p:nvGrpSpPr>
        <p:cNvPr id="276" name="Shape 276"/>
        <p:cNvGrpSpPr/>
        <p:nvPr/>
      </p:nvGrpSpPr>
      <p:grpSpPr>
        <a:xfrm>
          <a:off x="0" y="0"/>
          <a:ext cx="0" cy="0"/>
          <a:chOff x="0" y="0"/>
          <a:chExt cx="0" cy="0"/>
        </a:xfrm>
      </p:grpSpPr>
      <p:pic>
        <p:nvPicPr>
          <p:cNvPr descr="Design mock of a smartphone." id="277" name="Google Shape;277;p35"/>
          <p:cNvPicPr preferRelativeResize="0"/>
          <p:nvPr/>
        </p:nvPicPr>
        <p:blipFill>
          <a:blip r:embed="rId2">
            <a:alphaModFix/>
          </a:blip>
          <a:stretch>
            <a:fillRect/>
          </a:stretch>
        </p:blipFill>
        <p:spPr>
          <a:xfrm>
            <a:off x="595000" y="414700"/>
            <a:ext cx="2438799" cy="4314097"/>
          </a:xfrm>
          <a:prstGeom prst="rect">
            <a:avLst/>
          </a:prstGeom>
          <a:noFill/>
          <a:ln>
            <a:noFill/>
          </a:ln>
        </p:spPr>
      </p:pic>
      <p:sp>
        <p:nvSpPr>
          <p:cNvPr id="278" name="Google Shape;278;p35"/>
          <p:cNvSpPr/>
          <p:nvPr>
            <p:ph idx="2" type="pic"/>
          </p:nvPr>
        </p:nvSpPr>
        <p:spPr>
          <a:xfrm>
            <a:off x="868900" y="515475"/>
            <a:ext cx="1911000" cy="4078200"/>
          </a:xfrm>
          <a:prstGeom prst="roundRect">
            <a:avLst>
              <a:gd fmla="val 10964" name="adj"/>
            </a:avLst>
          </a:prstGeom>
          <a:noFill/>
          <a:ln>
            <a:noFill/>
          </a:ln>
        </p:spPr>
      </p:sp>
      <p:pic>
        <p:nvPicPr>
          <p:cNvPr descr="Design mock of a smartphone." id="279" name="Google Shape;279;p35"/>
          <p:cNvPicPr preferRelativeResize="0"/>
          <p:nvPr/>
        </p:nvPicPr>
        <p:blipFill>
          <a:blip r:embed="rId2">
            <a:alphaModFix/>
          </a:blip>
          <a:stretch>
            <a:fillRect/>
          </a:stretch>
        </p:blipFill>
        <p:spPr>
          <a:xfrm>
            <a:off x="3352600" y="414700"/>
            <a:ext cx="2438799" cy="4314097"/>
          </a:xfrm>
          <a:prstGeom prst="rect">
            <a:avLst/>
          </a:prstGeom>
          <a:noFill/>
          <a:ln>
            <a:noFill/>
          </a:ln>
        </p:spPr>
      </p:pic>
      <p:sp>
        <p:nvSpPr>
          <p:cNvPr id="280" name="Google Shape;280;p35"/>
          <p:cNvSpPr/>
          <p:nvPr>
            <p:ph idx="3" type="pic"/>
          </p:nvPr>
        </p:nvSpPr>
        <p:spPr>
          <a:xfrm>
            <a:off x="3626500" y="515475"/>
            <a:ext cx="1911000" cy="4078200"/>
          </a:xfrm>
          <a:prstGeom prst="roundRect">
            <a:avLst>
              <a:gd fmla="val 10964" name="adj"/>
            </a:avLst>
          </a:prstGeom>
          <a:noFill/>
          <a:ln>
            <a:noFill/>
          </a:ln>
        </p:spPr>
      </p:sp>
      <p:pic>
        <p:nvPicPr>
          <p:cNvPr descr="Design mock of a smartphone." id="281" name="Google Shape;281;p35"/>
          <p:cNvPicPr preferRelativeResize="0"/>
          <p:nvPr/>
        </p:nvPicPr>
        <p:blipFill>
          <a:blip r:embed="rId2">
            <a:alphaModFix/>
          </a:blip>
          <a:stretch>
            <a:fillRect/>
          </a:stretch>
        </p:blipFill>
        <p:spPr>
          <a:xfrm>
            <a:off x="6110200" y="414700"/>
            <a:ext cx="2438799" cy="4314097"/>
          </a:xfrm>
          <a:prstGeom prst="rect">
            <a:avLst/>
          </a:prstGeom>
          <a:noFill/>
          <a:ln>
            <a:noFill/>
          </a:ln>
        </p:spPr>
      </p:pic>
      <p:sp>
        <p:nvSpPr>
          <p:cNvPr id="282" name="Google Shape;282;p35"/>
          <p:cNvSpPr/>
          <p:nvPr>
            <p:ph idx="4" type="pic"/>
          </p:nvPr>
        </p:nvSpPr>
        <p:spPr>
          <a:xfrm>
            <a:off x="6384100" y="515475"/>
            <a:ext cx="1911000" cy="4078200"/>
          </a:xfrm>
          <a:prstGeom prst="roundRect">
            <a:avLst>
              <a:gd fmla="val 10964" name="adj"/>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3">
  <p:cSld name="CUSTOM_9">
    <p:spTree>
      <p:nvGrpSpPr>
        <p:cNvPr id="283" name="Shape 283"/>
        <p:cNvGrpSpPr/>
        <p:nvPr/>
      </p:nvGrpSpPr>
      <p:grpSpPr>
        <a:xfrm>
          <a:off x="0" y="0"/>
          <a:ext cx="0" cy="0"/>
          <a:chOff x="0" y="0"/>
          <a:chExt cx="0" cy="0"/>
        </a:xfrm>
      </p:grpSpPr>
      <p:pic>
        <p:nvPicPr>
          <p:cNvPr descr="Design mock of a desktop computer." id="284" name="Google Shape;284;p36"/>
          <p:cNvPicPr preferRelativeResize="0"/>
          <p:nvPr/>
        </p:nvPicPr>
        <p:blipFill>
          <a:blip r:embed="rId2">
            <a:alphaModFix/>
          </a:blip>
          <a:stretch>
            <a:fillRect/>
          </a:stretch>
        </p:blipFill>
        <p:spPr>
          <a:xfrm>
            <a:off x="1874249" y="304725"/>
            <a:ext cx="5395502" cy="4534052"/>
          </a:xfrm>
          <a:prstGeom prst="rect">
            <a:avLst/>
          </a:prstGeom>
          <a:noFill/>
          <a:ln>
            <a:noFill/>
          </a:ln>
        </p:spPr>
      </p:pic>
      <p:sp>
        <p:nvSpPr>
          <p:cNvPr id="285" name="Google Shape;285;p36"/>
          <p:cNvSpPr/>
          <p:nvPr>
            <p:ph idx="2" type="pic"/>
          </p:nvPr>
        </p:nvSpPr>
        <p:spPr>
          <a:xfrm>
            <a:off x="1956925" y="389550"/>
            <a:ext cx="5231400" cy="29565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86" name="Shape 286"/>
        <p:cNvGrpSpPr/>
        <p:nvPr/>
      </p:nvGrpSpPr>
      <p:grpSpPr>
        <a:xfrm>
          <a:off x="0" y="0"/>
          <a:ext cx="0" cy="0"/>
          <a:chOff x="0" y="0"/>
          <a:chExt cx="0" cy="0"/>
        </a:xfrm>
      </p:grpSpPr>
      <p:sp>
        <p:nvSpPr>
          <p:cNvPr id="287" name="Google Shape;287;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8" name="Google Shape;288;p3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89" name="Google Shape;28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90" name="Shape 290"/>
        <p:cNvGrpSpPr/>
        <p:nvPr/>
      </p:nvGrpSpPr>
      <p:grpSpPr>
        <a:xfrm>
          <a:off x="0" y="0"/>
          <a:ext cx="0" cy="0"/>
          <a:chOff x="0" y="0"/>
          <a:chExt cx="0" cy="0"/>
        </a:xfrm>
      </p:grpSpPr>
      <p:sp>
        <p:nvSpPr>
          <p:cNvPr id="291" name="Google Shape;291;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2" name="Google Shape;29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93" name="Shape 293"/>
        <p:cNvGrpSpPr/>
        <p:nvPr/>
      </p:nvGrpSpPr>
      <p:grpSpPr>
        <a:xfrm>
          <a:off x="0" y="0"/>
          <a:ext cx="0" cy="0"/>
          <a:chOff x="0" y="0"/>
          <a:chExt cx="0" cy="0"/>
        </a:xfrm>
      </p:grpSpPr>
      <p:sp>
        <p:nvSpPr>
          <p:cNvPr id="294" name="Google Shape;29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6" name="Google Shape;29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97" name="Shape 297"/>
        <p:cNvGrpSpPr/>
        <p:nvPr/>
      </p:nvGrpSpPr>
      <p:grpSpPr>
        <a:xfrm>
          <a:off x="0" y="0"/>
          <a:ext cx="0" cy="0"/>
          <a:chOff x="0" y="0"/>
          <a:chExt cx="0" cy="0"/>
        </a:xfrm>
      </p:grpSpPr>
      <p:sp>
        <p:nvSpPr>
          <p:cNvPr id="298" name="Google Shape;298;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0" name="Google Shape;300;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1" name="Google Shape;30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02" name="Shape 302"/>
        <p:cNvGrpSpPr/>
        <p:nvPr/>
      </p:nvGrpSpPr>
      <p:grpSpPr>
        <a:xfrm>
          <a:off x="0" y="0"/>
          <a:ext cx="0" cy="0"/>
          <a:chOff x="0" y="0"/>
          <a:chExt cx="0" cy="0"/>
        </a:xfrm>
      </p:grpSpPr>
      <p:sp>
        <p:nvSpPr>
          <p:cNvPr id="303" name="Google Shape;303;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 name="Google Shape;30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05" name="Shape 305"/>
        <p:cNvGrpSpPr/>
        <p:nvPr/>
      </p:nvGrpSpPr>
      <p:grpSpPr>
        <a:xfrm>
          <a:off x="0" y="0"/>
          <a:ext cx="0" cy="0"/>
          <a:chOff x="0" y="0"/>
          <a:chExt cx="0" cy="0"/>
        </a:xfrm>
      </p:grpSpPr>
      <p:sp>
        <p:nvSpPr>
          <p:cNvPr id="306" name="Google Shape;306;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7" name="Google Shape;307;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8" name="Google Shape;30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09" name="Shape 309"/>
        <p:cNvGrpSpPr/>
        <p:nvPr/>
      </p:nvGrpSpPr>
      <p:grpSpPr>
        <a:xfrm>
          <a:off x="0" y="0"/>
          <a:ext cx="0" cy="0"/>
          <a:chOff x="0" y="0"/>
          <a:chExt cx="0" cy="0"/>
        </a:xfrm>
      </p:grpSpPr>
      <p:sp>
        <p:nvSpPr>
          <p:cNvPr id="310" name="Google Shape;310;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1" name="Google Shape;31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12" name="Shape 312"/>
        <p:cNvGrpSpPr/>
        <p:nvPr/>
      </p:nvGrpSpPr>
      <p:grpSpPr>
        <a:xfrm>
          <a:off x="0" y="0"/>
          <a:ext cx="0" cy="0"/>
          <a:chOff x="0" y="0"/>
          <a:chExt cx="0" cy="0"/>
        </a:xfrm>
      </p:grpSpPr>
      <p:sp>
        <p:nvSpPr>
          <p:cNvPr id="313" name="Google Shape;313;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15" name="Google Shape;315;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6" name="Google Shape;316;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17" name="Google Shape;317;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atin typeface="Archivo"/>
                <a:ea typeface="Archivo"/>
                <a:cs typeface="Archivo"/>
                <a:sym typeface="Archivo"/>
              </a:defRPr>
            </a:lvl1pPr>
            <a:lvl2pPr lvl="1">
              <a:buNone/>
              <a:defRPr>
                <a:latin typeface="Archivo"/>
                <a:ea typeface="Archivo"/>
                <a:cs typeface="Archivo"/>
                <a:sym typeface="Archivo"/>
              </a:defRPr>
            </a:lvl2pPr>
            <a:lvl3pPr lvl="2">
              <a:buNone/>
              <a:defRPr>
                <a:latin typeface="Archivo"/>
                <a:ea typeface="Archivo"/>
                <a:cs typeface="Archivo"/>
                <a:sym typeface="Archivo"/>
              </a:defRPr>
            </a:lvl3pPr>
            <a:lvl4pPr lvl="3">
              <a:buNone/>
              <a:defRPr>
                <a:latin typeface="Archivo"/>
                <a:ea typeface="Archivo"/>
                <a:cs typeface="Archivo"/>
                <a:sym typeface="Archivo"/>
              </a:defRPr>
            </a:lvl4pPr>
            <a:lvl5pPr lvl="4">
              <a:buNone/>
              <a:defRPr>
                <a:latin typeface="Archivo"/>
                <a:ea typeface="Archivo"/>
                <a:cs typeface="Archivo"/>
                <a:sym typeface="Archivo"/>
              </a:defRPr>
            </a:lvl5pPr>
            <a:lvl6pPr lvl="5">
              <a:buNone/>
              <a:defRPr>
                <a:latin typeface="Archivo"/>
                <a:ea typeface="Archivo"/>
                <a:cs typeface="Archivo"/>
                <a:sym typeface="Archivo"/>
              </a:defRPr>
            </a:lvl6pPr>
            <a:lvl7pPr lvl="6">
              <a:buNone/>
              <a:defRPr>
                <a:latin typeface="Archivo"/>
                <a:ea typeface="Archivo"/>
                <a:cs typeface="Archivo"/>
                <a:sym typeface="Archivo"/>
              </a:defRPr>
            </a:lvl7pPr>
            <a:lvl8pPr lvl="7">
              <a:buNone/>
              <a:defRPr>
                <a:latin typeface="Archivo"/>
                <a:ea typeface="Archivo"/>
                <a:cs typeface="Archivo"/>
                <a:sym typeface="Archivo"/>
              </a:defRPr>
            </a:lvl8pPr>
            <a:lvl9pPr lvl="8">
              <a:buNone/>
              <a:defRPr>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318" name="Shape 318"/>
        <p:cNvGrpSpPr/>
        <p:nvPr/>
      </p:nvGrpSpPr>
      <p:grpSpPr>
        <a:xfrm>
          <a:off x="0" y="0"/>
          <a:ext cx="0" cy="0"/>
          <a:chOff x="0" y="0"/>
          <a:chExt cx="0" cy="0"/>
        </a:xfrm>
      </p:grpSpPr>
      <p:sp>
        <p:nvSpPr>
          <p:cNvPr id="319" name="Google Shape;319;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320" name="Google Shape;32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321" name="Shape 321"/>
        <p:cNvGrpSpPr/>
        <p:nvPr/>
      </p:nvGrpSpPr>
      <p:grpSpPr>
        <a:xfrm>
          <a:off x="0" y="0"/>
          <a:ext cx="0" cy="0"/>
          <a:chOff x="0" y="0"/>
          <a:chExt cx="0" cy="0"/>
        </a:xfrm>
      </p:grpSpPr>
      <p:sp>
        <p:nvSpPr>
          <p:cNvPr id="322" name="Google Shape;322;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3" name="Google Shape;323;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324" name="Google Shape;324;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5" name="Shape 325"/>
        <p:cNvGrpSpPr/>
        <p:nvPr/>
      </p:nvGrpSpPr>
      <p:grpSpPr>
        <a:xfrm>
          <a:off x="0" y="0"/>
          <a:ext cx="0" cy="0"/>
          <a:chOff x="0" y="0"/>
          <a:chExt cx="0" cy="0"/>
        </a:xfrm>
      </p:grpSpPr>
      <p:sp>
        <p:nvSpPr>
          <p:cNvPr id="326" name="Google Shape;326;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327" name="Shape 327"/>
        <p:cNvGrpSpPr/>
        <p:nvPr/>
      </p:nvGrpSpPr>
      <p:grpSpPr>
        <a:xfrm>
          <a:off x="0" y="0"/>
          <a:ext cx="0" cy="0"/>
          <a:chOff x="0" y="0"/>
          <a:chExt cx="0" cy="0"/>
        </a:xfrm>
      </p:grpSpPr>
      <p:sp>
        <p:nvSpPr>
          <p:cNvPr id="328" name="Google Shape;328;p4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9" name="Google Shape;32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0" name="Google Shape;330;p4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31" name="Google Shape;331;p4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32" name="Google Shape;332;p4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33" name="Google Shape;333;p4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34" name="Google Shape;334;p4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35" name="Google Shape;335;p4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336" name="Shape 336"/>
        <p:cNvGrpSpPr/>
        <p:nvPr/>
      </p:nvGrpSpPr>
      <p:grpSpPr>
        <a:xfrm>
          <a:off x="0" y="0"/>
          <a:ext cx="0" cy="0"/>
          <a:chOff x="0" y="0"/>
          <a:chExt cx="0" cy="0"/>
        </a:xfrm>
      </p:grpSpPr>
      <p:sp>
        <p:nvSpPr>
          <p:cNvPr id="337" name="Google Shape;337;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4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9" name="Google Shape;339;p49"/>
          <p:cNvSpPr/>
          <p:nvPr>
            <p:ph idx="2" type="pic"/>
          </p:nvPr>
        </p:nvSpPr>
        <p:spPr>
          <a:xfrm>
            <a:off x="4992024" y="1152775"/>
            <a:ext cx="3840300" cy="3416400"/>
          </a:xfrm>
          <a:prstGeom prst="rect">
            <a:avLst/>
          </a:prstGeom>
          <a:noFill/>
          <a:ln>
            <a:noFill/>
          </a:ln>
        </p:spPr>
      </p:sp>
      <p:sp>
        <p:nvSpPr>
          <p:cNvPr id="340" name="Google Shape;34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341" name="Shape 341"/>
        <p:cNvGrpSpPr/>
        <p:nvPr/>
      </p:nvGrpSpPr>
      <p:grpSpPr>
        <a:xfrm>
          <a:off x="0" y="0"/>
          <a:ext cx="0" cy="0"/>
          <a:chOff x="0" y="0"/>
          <a:chExt cx="0" cy="0"/>
        </a:xfrm>
      </p:grpSpPr>
      <p:sp>
        <p:nvSpPr>
          <p:cNvPr id="342" name="Google Shape;34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43" name="Google Shape;343;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4" name="Google Shape;344;p5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5" name="Google Shape;345;p5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6" name="Google Shape;346;p5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47" name="Google Shape;347;p5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0" name="Google Shape;350;p5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1" name="Google Shape;351;p5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2" name="Google Shape;352;p51"/>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3" name="Google Shape;353;p5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4" name="Google Shape;354;p51"/>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55" name="Google Shape;355;p51"/>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56" name="Google Shape;356;p51"/>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57" name="Shape 357"/>
        <p:cNvGrpSpPr/>
        <p:nvPr/>
      </p:nvGrpSpPr>
      <p:grpSpPr>
        <a:xfrm>
          <a:off x="0" y="0"/>
          <a:ext cx="0" cy="0"/>
          <a:chOff x="0" y="0"/>
          <a:chExt cx="0" cy="0"/>
        </a:xfrm>
      </p:grpSpPr>
      <p:sp>
        <p:nvSpPr>
          <p:cNvPr id="358" name="Google Shape;35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9" name="Google Shape;359;p5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60" name="Google Shape;360;p5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61" name="Google Shape;361;p5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62" name="Google Shape;362;p5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63" name="Google Shape;363;p5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4" name="Google Shape;364;p5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5" name="Google Shape;365;p5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6" name="Google Shape;366;p5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7" name="Google Shape;367;p5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68" name="Shape 368"/>
        <p:cNvGrpSpPr/>
        <p:nvPr/>
      </p:nvGrpSpPr>
      <p:grpSpPr>
        <a:xfrm>
          <a:off x="0" y="0"/>
          <a:ext cx="0" cy="0"/>
          <a:chOff x="0" y="0"/>
          <a:chExt cx="0" cy="0"/>
        </a:xfrm>
      </p:grpSpPr>
      <p:sp>
        <p:nvSpPr>
          <p:cNvPr id="369" name="Google Shape;369;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71" name="Google Shape;371;p5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372" name="Shape 372"/>
        <p:cNvGrpSpPr/>
        <p:nvPr/>
      </p:nvGrpSpPr>
      <p:grpSpPr>
        <a:xfrm>
          <a:off x="0" y="0"/>
          <a:ext cx="0" cy="0"/>
          <a:chOff x="0" y="0"/>
          <a:chExt cx="0" cy="0"/>
        </a:xfrm>
      </p:grpSpPr>
      <p:sp>
        <p:nvSpPr>
          <p:cNvPr id="373" name="Google Shape;373;p5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54"/>
          <p:cNvSpPr/>
          <p:nvPr>
            <p:ph idx="2" type="pic"/>
          </p:nvPr>
        </p:nvSpPr>
        <p:spPr>
          <a:xfrm>
            <a:off x="4804825" y="1133300"/>
            <a:ext cx="4027500" cy="2392800"/>
          </a:xfrm>
          <a:prstGeom prst="rect">
            <a:avLst/>
          </a:prstGeom>
          <a:noFill/>
          <a:ln>
            <a:noFill/>
          </a:ln>
        </p:spPr>
      </p:sp>
      <p:sp>
        <p:nvSpPr>
          <p:cNvPr id="375" name="Google Shape;375;p54"/>
          <p:cNvSpPr/>
          <p:nvPr>
            <p:ph idx="3" type="pic"/>
          </p:nvPr>
        </p:nvSpPr>
        <p:spPr>
          <a:xfrm>
            <a:off x="311725" y="1133300"/>
            <a:ext cx="4027500" cy="2392800"/>
          </a:xfrm>
          <a:prstGeom prst="rect">
            <a:avLst/>
          </a:prstGeom>
          <a:noFill/>
          <a:ln>
            <a:noFill/>
          </a:ln>
        </p:spPr>
      </p:sp>
      <p:sp>
        <p:nvSpPr>
          <p:cNvPr id="376" name="Google Shape;376;p5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7" name="Google Shape;37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78" name="Google Shape;378;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54"/>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80" name="Google Shape;380;p54"/>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381" name="Shape 381"/>
        <p:cNvGrpSpPr/>
        <p:nvPr/>
      </p:nvGrpSpPr>
      <p:grpSpPr>
        <a:xfrm>
          <a:off x="0" y="0"/>
          <a:ext cx="0" cy="0"/>
          <a:chOff x="0" y="0"/>
          <a:chExt cx="0" cy="0"/>
        </a:xfrm>
      </p:grpSpPr>
      <p:sp>
        <p:nvSpPr>
          <p:cNvPr id="382" name="Google Shape;382;p5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3" name="Google Shape;383;p55"/>
          <p:cNvSpPr/>
          <p:nvPr>
            <p:ph idx="2" type="pic"/>
          </p:nvPr>
        </p:nvSpPr>
        <p:spPr>
          <a:xfrm>
            <a:off x="6205225" y="1128325"/>
            <a:ext cx="2627100" cy="2273100"/>
          </a:xfrm>
          <a:prstGeom prst="rect">
            <a:avLst/>
          </a:prstGeom>
          <a:noFill/>
          <a:ln>
            <a:noFill/>
          </a:ln>
        </p:spPr>
      </p:sp>
      <p:sp>
        <p:nvSpPr>
          <p:cNvPr id="384" name="Google Shape;384;p55"/>
          <p:cNvSpPr/>
          <p:nvPr>
            <p:ph idx="3" type="pic"/>
          </p:nvPr>
        </p:nvSpPr>
        <p:spPr>
          <a:xfrm>
            <a:off x="311725" y="1128325"/>
            <a:ext cx="2627100" cy="2273100"/>
          </a:xfrm>
          <a:prstGeom prst="rect">
            <a:avLst/>
          </a:prstGeom>
          <a:noFill/>
          <a:ln>
            <a:noFill/>
          </a:ln>
        </p:spPr>
      </p:sp>
      <p:sp>
        <p:nvSpPr>
          <p:cNvPr id="385" name="Google Shape;385;p5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6" name="Google Shape;386;p55"/>
          <p:cNvSpPr/>
          <p:nvPr>
            <p:ph idx="5" type="pic"/>
          </p:nvPr>
        </p:nvSpPr>
        <p:spPr>
          <a:xfrm>
            <a:off x="3255250" y="1128325"/>
            <a:ext cx="2627100" cy="2273100"/>
          </a:xfrm>
          <a:prstGeom prst="rect">
            <a:avLst/>
          </a:prstGeom>
          <a:noFill/>
          <a:ln>
            <a:noFill/>
          </a:ln>
        </p:spPr>
      </p:sp>
      <p:sp>
        <p:nvSpPr>
          <p:cNvPr id="387" name="Google Shape;387;p5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8" name="Google Shape;38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89" name="Google Shape;389;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0" name="Google Shape;390;p55"/>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91" name="Google Shape;391;p55"/>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92" name="Google Shape;392;p55"/>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393" name="Shape 393"/>
        <p:cNvGrpSpPr/>
        <p:nvPr/>
      </p:nvGrpSpPr>
      <p:grpSpPr>
        <a:xfrm>
          <a:off x="0" y="0"/>
          <a:ext cx="0" cy="0"/>
          <a:chOff x="0" y="0"/>
          <a:chExt cx="0" cy="0"/>
        </a:xfrm>
      </p:grpSpPr>
      <p:sp>
        <p:nvSpPr>
          <p:cNvPr id="394" name="Google Shape;394;p56"/>
          <p:cNvSpPr/>
          <p:nvPr>
            <p:ph idx="2" type="pic"/>
          </p:nvPr>
        </p:nvSpPr>
        <p:spPr>
          <a:xfrm>
            <a:off x="311700" y="445025"/>
            <a:ext cx="8520600" cy="4218300"/>
          </a:xfrm>
          <a:prstGeom prst="rect">
            <a:avLst/>
          </a:prstGeom>
          <a:noFill/>
          <a:ln>
            <a:noFill/>
          </a:ln>
        </p:spPr>
      </p:sp>
      <p:sp>
        <p:nvSpPr>
          <p:cNvPr id="395" name="Google Shape;39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96" name="Shape 396"/>
        <p:cNvGrpSpPr/>
        <p:nvPr/>
      </p:nvGrpSpPr>
      <p:grpSpPr>
        <a:xfrm>
          <a:off x="0" y="0"/>
          <a:ext cx="0" cy="0"/>
          <a:chOff x="0" y="0"/>
          <a:chExt cx="0" cy="0"/>
        </a:xfrm>
      </p:grpSpPr>
      <p:sp>
        <p:nvSpPr>
          <p:cNvPr id="397" name="Google Shape;39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98" name="Google Shape;398;p57"/>
          <p:cNvSpPr/>
          <p:nvPr>
            <p:ph idx="2" type="pic"/>
          </p:nvPr>
        </p:nvSpPr>
        <p:spPr>
          <a:xfrm>
            <a:off x="3389600" y="118913"/>
            <a:ext cx="1643700" cy="1535100"/>
          </a:xfrm>
          <a:prstGeom prst="rect">
            <a:avLst/>
          </a:prstGeom>
          <a:noFill/>
          <a:ln>
            <a:noFill/>
          </a:ln>
        </p:spPr>
      </p:sp>
      <p:sp>
        <p:nvSpPr>
          <p:cNvPr id="399" name="Google Shape;399;p57"/>
          <p:cNvSpPr/>
          <p:nvPr>
            <p:ph idx="3" type="pic"/>
          </p:nvPr>
        </p:nvSpPr>
        <p:spPr>
          <a:xfrm>
            <a:off x="5195935" y="118913"/>
            <a:ext cx="1643700" cy="1535100"/>
          </a:xfrm>
          <a:prstGeom prst="rect">
            <a:avLst/>
          </a:prstGeom>
          <a:noFill/>
          <a:ln>
            <a:noFill/>
          </a:ln>
        </p:spPr>
      </p:sp>
      <p:sp>
        <p:nvSpPr>
          <p:cNvPr id="400" name="Google Shape;400;p57"/>
          <p:cNvSpPr/>
          <p:nvPr>
            <p:ph idx="4" type="pic"/>
          </p:nvPr>
        </p:nvSpPr>
        <p:spPr>
          <a:xfrm>
            <a:off x="7002270" y="118913"/>
            <a:ext cx="1643700" cy="1535100"/>
          </a:xfrm>
          <a:prstGeom prst="rect">
            <a:avLst/>
          </a:prstGeom>
          <a:noFill/>
          <a:ln>
            <a:noFill/>
          </a:ln>
        </p:spPr>
      </p:sp>
      <p:sp>
        <p:nvSpPr>
          <p:cNvPr id="401" name="Google Shape;401;p57"/>
          <p:cNvSpPr/>
          <p:nvPr>
            <p:ph idx="5" type="pic"/>
          </p:nvPr>
        </p:nvSpPr>
        <p:spPr>
          <a:xfrm>
            <a:off x="3389588" y="1804212"/>
            <a:ext cx="1643700" cy="1535100"/>
          </a:xfrm>
          <a:prstGeom prst="rect">
            <a:avLst/>
          </a:prstGeom>
          <a:noFill/>
          <a:ln>
            <a:noFill/>
          </a:ln>
        </p:spPr>
      </p:sp>
      <p:sp>
        <p:nvSpPr>
          <p:cNvPr id="402" name="Google Shape;402;p57"/>
          <p:cNvSpPr/>
          <p:nvPr>
            <p:ph idx="6" type="pic"/>
          </p:nvPr>
        </p:nvSpPr>
        <p:spPr>
          <a:xfrm>
            <a:off x="5195922" y="1804212"/>
            <a:ext cx="1643700" cy="1535100"/>
          </a:xfrm>
          <a:prstGeom prst="rect">
            <a:avLst/>
          </a:prstGeom>
          <a:noFill/>
          <a:ln>
            <a:noFill/>
          </a:ln>
        </p:spPr>
      </p:sp>
      <p:sp>
        <p:nvSpPr>
          <p:cNvPr id="403" name="Google Shape;403;p57"/>
          <p:cNvSpPr/>
          <p:nvPr>
            <p:ph idx="7" type="pic"/>
          </p:nvPr>
        </p:nvSpPr>
        <p:spPr>
          <a:xfrm>
            <a:off x="7002257" y="1804212"/>
            <a:ext cx="1643700" cy="1535100"/>
          </a:xfrm>
          <a:prstGeom prst="rect">
            <a:avLst/>
          </a:prstGeom>
          <a:noFill/>
          <a:ln>
            <a:noFill/>
          </a:ln>
        </p:spPr>
      </p:sp>
      <p:sp>
        <p:nvSpPr>
          <p:cNvPr id="404" name="Google Shape;404;p5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5" name="Google Shape;405;p57"/>
          <p:cNvSpPr/>
          <p:nvPr>
            <p:ph idx="8" type="pic"/>
          </p:nvPr>
        </p:nvSpPr>
        <p:spPr>
          <a:xfrm>
            <a:off x="3389588" y="3489487"/>
            <a:ext cx="1643700" cy="1535100"/>
          </a:xfrm>
          <a:prstGeom prst="rect">
            <a:avLst/>
          </a:prstGeom>
          <a:noFill/>
          <a:ln>
            <a:noFill/>
          </a:ln>
        </p:spPr>
      </p:sp>
      <p:sp>
        <p:nvSpPr>
          <p:cNvPr id="406" name="Google Shape;406;p57"/>
          <p:cNvSpPr/>
          <p:nvPr>
            <p:ph idx="9" type="pic"/>
          </p:nvPr>
        </p:nvSpPr>
        <p:spPr>
          <a:xfrm>
            <a:off x="5195922" y="3489487"/>
            <a:ext cx="1643700" cy="1535100"/>
          </a:xfrm>
          <a:prstGeom prst="rect">
            <a:avLst/>
          </a:prstGeom>
          <a:noFill/>
          <a:ln>
            <a:noFill/>
          </a:ln>
        </p:spPr>
      </p:sp>
      <p:sp>
        <p:nvSpPr>
          <p:cNvPr id="407" name="Google Shape;407;p5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45"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0" y="223625"/>
            <a:ext cx="5715000" cy="1835400"/>
          </a:xfrm>
          <a:prstGeom prst="rect">
            <a:avLst/>
          </a:prstGeom>
          <a:noFill/>
          <a:ln>
            <a:noFill/>
          </a:ln>
        </p:spPr>
        <p:txBody>
          <a:bodyPr anchorCtr="0" anchor="t" bIns="91425" lIns="91425" spcFirstLastPara="1" rIns="91425" wrap="square" tIns="91425">
            <a:noAutofit/>
          </a:bodyPr>
          <a:lstStyle>
            <a:lvl1pPr lvl="0">
              <a:lnSpc>
                <a:spcPct val="60000"/>
              </a:lnSpc>
              <a:spcBef>
                <a:spcPts val="0"/>
              </a:spcBef>
              <a:spcAft>
                <a:spcPts val="0"/>
              </a:spcAft>
              <a:buClr>
                <a:schemeClr val="dk1"/>
              </a:buClr>
              <a:buSzPts val="4800"/>
              <a:buFont typeface="Darker Grotesque"/>
              <a:buNone/>
              <a:defRPr b="1" sz="4800">
                <a:solidFill>
                  <a:schemeClr val="dk1"/>
                </a:solidFill>
                <a:latin typeface="Darker Grotesque"/>
                <a:ea typeface="Darker Grotesque"/>
                <a:cs typeface="Darker Grotesque"/>
                <a:sym typeface="Darker Grotesque"/>
              </a:defRPr>
            </a:lvl1pPr>
            <a:lvl2pPr lvl="1">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2pPr>
            <a:lvl3pPr lvl="2">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3pPr>
            <a:lvl4pPr lvl="3">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4pPr>
            <a:lvl5pPr lvl="4">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5pPr>
            <a:lvl6pPr lvl="5">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6pPr>
            <a:lvl7pPr lvl="6">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7pPr>
            <a:lvl8pPr lvl="7">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8pPr>
            <a:lvl9pPr lvl="8">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9pPr>
          </a:lstStyle>
          <a:p/>
        </p:txBody>
      </p:sp>
      <p:sp>
        <p:nvSpPr>
          <p:cNvPr id="52" name="Google Shape;52;p13"/>
          <p:cNvSpPr txBox="1"/>
          <p:nvPr>
            <p:ph idx="1" type="body"/>
          </p:nvPr>
        </p:nvSpPr>
        <p:spPr>
          <a:xfrm>
            <a:off x="230900" y="3328825"/>
            <a:ext cx="6547200" cy="1591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1pPr>
            <a:lvl2pPr indent="-292100" lvl="1" marL="9144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2pPr>
            <a:lvl3pPr indent="-292100" lvl="2" marL="13716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3pPr>
            <a:lvl4pPr indent="-292100" lvl="3" marL="18288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4pPr>
            <a:lvl5pPr indent="-292100" lvl="4" marL="22860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5pPr>
            <a:lvl6pPr indent="-292100" lvl="5" marL="27432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6pPr>
            <a:lvl7pPr indent="-292100" lvl="6" marL="32004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7pPr>
            <a:lvl8pPr indent="-292100" lvl="7" marL="36576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8pPr>
            <a:lvl9pPr indent="-292100" lvl="8" marL="41148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orient="horz" pos="141">
          <p15:clr>
            <a:srgbClr val="E46962"/>
          </p15:clr>
        </p15:guide>
        <p15:guide id="3" orient="horz" pos="3099">
          <p15:clr>
            <a:srgbClr val="E46962"/>
          </p15:clr>
        </p15:guide>
        <p15:guide id="4" pos="216">
          <p15:clr>
            <a:srgbClr val="E46962"/>
          </p15:clr>
        </p15:guide>
        <p15:guide id="5" pos="593">
          <p15:clr>
            <a:srgbClr val="E46962"/>
          </p15:clr>
        </p15:guide>
        <p15:guide id="6" pos="669">
          <p15:clr>
            <a:srgbClr val="E46962"/>
          </p15:clr>
        </p15:guide>
        <p15:guide id="7" pos="1044">
          <p15:clr>
            <a:srgbClr val="E46962"/>
          </p15:clr>
        </p15:guide>
        <p15:guide id="8" pos="1119">
          <p15:clr>
            <a:srgbClr val="E46962"/>
          </p15:clr>
        </p15:guide>
        <p15:guide id="9" pos="1494">
          <p15:clr>
            <a:srgbClr val="E46962"/>
          </p15:clr>
        </p15:guide>
        <p15:guide id="10" pos="1569">
          <p15:clr>
            <a:srgbClr val="E46962"/>
          </p15:clr>
        </p15:guide>
        <p15:guide id="11" pos="1944">
          <p15:clr>
            <a:srgbClr val="E46962"/>
          </p15:clr>
        </p15:guide>
        <p15:guide id="12" pos="2019">
          <p15:clr>
            <a:srgbClr val="E46962"/>
          </p15:clr>
        </p15:guide>
        <p15:guide id="13" pos="2394">
          <p15:clr>
            <a:srgbClr val="E46962"/>
          </p15:clr>
        </p15:guide>
        <p15:guide id="14" pos="2469">
          <p15:clr>
            <a:srgbClr val="E46962"/>
          </p15:clr>
        </p15:guide>
        <p15:guide id="15" pos="2844">
          <p15:clr>
            <a:srgbClr val="E46962"/>
          </p15:clr>
        </p15:guide>
        <p15:guide id="16" pos="2919">
          <p15:clr>
            <a:srgbClr val="E46962"/>
          </p15:clr>
        </p15:guide>
        <p15:guide id="17" pos="3294">
          <p15:clr>
            <a:srgbClr val="E46962"/>
          </p15:clr>
        </p15:guide>
        <p15:guide id="18" pos="3370">
          <p15:clr>
            <a:srgbClr val="E46962"/>
          </p15:clr>
        </p15:guide>
        <p15:guide id="19" pos="3744">
          <p15:clr>
            <a:srgbClr val="E46962"/>
          </p15:clr>
        </p15:guide>
        <p15:guide id="20" pos="3816">
          <p15:clr>
            <a:srgbClr val="E46962"/>
          </p15:clr>
        </p15:guide>
        <p15:guide id="21" pos="4194">
          <p15:clr>
            <a:srgbClr val="E46962"/>
          </p15:clr>
        </p15:guide>
        <p15:guide id="22" pos="4270">
          <p15:clr>
            <a:srgbClr val="E46962"/>
          </p15:clr>
        </p15:guide>
        <p15:guide id="23" pos="4644">
          <p15:clr>
            <a:srgbClr val="E46962"/>
          </p15:clr>
        </p15:guide>
        <p15:guide id="24" pos="4720">
          <p15:clr>
            <a:srgbClr val="E46962"/>
          </p15:clr>
        </p15:guide>
        <p15:guide id="25" pos="5094">
          <p15:clr>
            <a:srgbClr val="E46962"/>
          </p15:clr>
        </p15:guide>
        <p15:guide id="26" pos="5170">
          <p15:clr>
            <a:srgbClr val="E46962"/>
          </p15:clr>
        </p15:guide>
        <p15:guide id="27" pos="5544">
          <p15:clr>
            <a:srgbClr val="E46962"/>
          </p15:clr>
        </p15:guide>
        <p15:guide id="28" pos="5616">
          <p15:clr>
            <a:srgbClr val="E46962"/>
          </p15:clr>
        </p15:guide>
        <p15:guide id="29" orient="horz" pos="2927">
          <p15:clr>
            <a:srgbClr val="E46962"/>
          </p15:clr>
        </p15:guide>
        <p15:guide id="30" orient="horz"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11" name="Shape 411"/>
        <p:cNvGrpSpPr/>
        <p:nvPr/>
      </p:nvGrpSpPr>
      <p:grpSpPr>
        <a:xfrm>
          <a:off x="0" y="0"/>
          <a:ext cx="0" cy="0"/>
          <a:chOff x="0" y="0"/>
          <a:chExt cx="0" cy="0"/>
        </a:xfrm>
      </p:grpSpPr>
      <p:sp>
        <p:nvSpPr>
          <p:cNvPr id="412" name="Google Shape;412;p58"/>
          <p:cNvSpPr txBox="1"/>
          <p:nvPr>
            <p:ph idx="4294967295" type="title"/>
          </p:nvPr>
        </p:nvSpPr>
        <p:spPr>
          <a:xfrm>
            <a:off x="228600" y="152400"/>
            <a:ext cx="6964500" cy="28707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0" lang="en" sz="9000">
                <a:solidFill>
                  <a:srgbClr val="FAFAF9"/>
                </a:solidFill>
                <a:latin typeface="Instrument Sans SemiBold"/>
                <a:ea typeface="Instrument Sans SemiBold"/>
                <a:cs typeface="Instrument Sans SemiBold"/>
                <a:sym typeface="Instrument Sans SemiBold"/>
              </a:rPr>
              <a:t>FruityTech </a:t>
            </a:r>
            <a:endParaRPr b="0" sz="9000">
              <a:solidFill>
                <a:srgbClr val="FAFAF9"/>
              </a:solidFill>
              <a:latin typeface="Instrument Sans SemiBold"/>
              <a:ea typeface="Instrument Sans SemiBold"/>
              <a:cs typeface="Instrument Sans SemiBold"/>
              <a:sym typeface="Instrument Sans SemiBold"/>
            </a:endParaRPr>
          </a:p>
          <a:p>
            <a:pPr indent="0" lvl="0" marL="0" rtl="0" algn="l">
              <a:lnSpc>
                <a:spcPct val="90000"/>
              </a:lnSpc>
              <a:spcBef>
                <a:spcPts val="0"/>
              </a:spcBef>
              <a:spcAft>
                <a:spcPts val="0"/>
              </a:spcAft>
              <a:buNone/>
            </a:pPr>
            <a:r>
              <a:rPr b="0" lang="en" sz="9000">
                <a:solidFill>
                  <a:srgbClr val="FAFAF9"/>
                </a:solidFill>
                <a:latin typeface="Instrument Sans SemiBold"/>
                <a:ea typeface="Instrument Sans SemiBold"/>
                <a:cs typeface="Instrument Sans SemiBold"/>
                <a:sym typeface="Instrument Sans SemiBold"/>
              </a:rPr>
              <a:t>Studio</a:t>
            </a:r>
            <a:endParaRPr b="0" sz="3000">
              <a:solidFill>
                <a:srgbClr val="FAFAF9"/>
              </a:solidFill>
              <a:latin typeface="Instrument Sans SemiBold"/>
              <a:ea typeface="Instrument Sans SemiBold"/>
              <a:cs typeface="Instrument Sans SemiBold"/>
              <a:sym typeface="Instrument Sans SemiBold"/>
            </a:endParaRPr>
          </a:p>
        </p:txBody>
      </p:sp>
      <p:sp>
        <p:nvSpPr>
          <p:cNvPr id="413" name="Google Shape;413;p58"/>
          <p:cNvSpPr txBox="1"/>
          <p:nvPr>
            <p:ph idx="4294967295" type="title"/>
          </p:nvPr>
        </p:nvSpPr>
        <p:spPr>
          <a:xfrm>
            <a:off x="228600" y="3631200"/>
            <a:ext cx="4876800" cy="1283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Font typeface="Arial"/>
              <a:buNone/>
            </a:pPr>
            <a:r>
              <a:rPr b="0" lang="en" sz="1600">
                <a:solidFill>
                  <a:srgbClr val="D6D3D1"/>
                </a:solidFill>
                <a:latin typeface="Instrument Sans Medium"/>
                <a:ea typeface="Instrument Sans Medium"/>
                <a:cs typeface="Instrument Sans Medium"/>
                <a:sym typeface="Instrument Sans Medium"/>
              </a:rPr>
              <a:t>Kanstansin Nechyparenka</a:t>
            </a:r>
            <a:r>
              <a:rPr b="0" lang="en" sz="1600">
                <a:solidFill>
                  <a:srgbClr val="D6D3D1"/>
                </a:solidFill>
                <a:latin typeface="Instrument Sans"/>
                <a:ea typeface="Instrument Sans"/>
                <a:cs typeface="Instrument Sans"/>
                <a:sym typeface="Instrument Sans"/>
              </a:rPr>
              <a:t> - Project Manager &amp; Gameplay Engineer</a:t>
            </a:r>
            <a:endParaRPr b="0" sz="1600">
              <a:solidFill>
                <a:srgbClr val="D6D3D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t/>
            </a:r>
            <a:endParaRPr b="0" sz="500">
              <a:solidFill>
                <a:srgbClr val="D6D3D1"/>
              </a:solidFill>
              <a:latin typeface="Instrument Sans Medium"/>
              <a:ea typeface="Instrument Sans Medium"/>
              <a:cs typeface="Instrument Sans Medium"/>
              <a:sym typeface="Instrument Sans Medium"/>
            </a:endParaRPr>
          </a:p>
          <a:p>
            <a:pPr indent="0" lvl="0" marL="0" rtl="0" algn="l">
              <a:lnSpc>
                <a:spcPct val="100000"/>
              </a:lnSpc>
              <a:spcBef>
                <a:spcPts val="0"/>
              </a:spcBef>
              <a:spcAft>
                <a:spcPts val="0"/>
              </a:spcAft>
              <a:buNone/>
            </a:pPr>
            <a:r>
              <a:rPr b="0" lang="en" sz="1600">
                <a:solidFill>
                  <a:srgbClr val="D6D3D1"/>
                </a:solidFill>
                <a:latin typeface="Instrument Sans Medium"/>
                <a:ea typeface="Instrument Sans Medium"/>
                <a:cs typeface="Instrument Sans Medium"/>
                <a:sym typeface="Instrument Sans Medium"/>
              </a:rPr>
              <a:t>Logan Jordan</a:t>
            </a:r>
            <a:r>
              <a:rPr b="0" lang="en" sz="1600">
                <a:solidFill>
                  <a:srgbClr val="D6D3D1"/>
                </a:solidFill>
                <a:latin typeface="Instrument Sans"/>
                <a:ea typeface="Instrument Sans"/>
                <a:cs typeface="Instrument Sans"/>
                <a:sym typeface="Instrument Sans"/>
              </a:rPr>
              <a:t> - UI/UX Engineer</a:t>
            </a:r>
            <a:endParaRPr b="0" sz="500">
              <a:solidFill>
                <a:srgbClr val="D6D3D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rPr b="0" lang="en" sz="500">
                <a:solidFill>
                  <a:srgbClr val="D6D3D1"/>
                </a:solidFill>
                <a:latin typeface="Instrument Sans"/>
                <a:ea typeface="Instrument Sans"/>
                <a:cs typeface="Instrument Sans"/>
                <a:sym typeface="Instrument Sans"/>
              </a:rPr>
              <a:t>  </a:t>
            </a:r>
            <a:endParaRPr b="0" sz="500">
              <a:solidFill>
                <a:srgbClr val="D6D3D1"/>
              </a:solidFill>
              <a:latin typeface="Instrument Sans"/>
              <a:ea typeface="Instrument Sans"/>
              <a:cs typeface="Instrument Sans"/>
              <a:sym typeface="Instrument Sans"/>
            </a:endParaRPr>
          </a:p>
          <a:p>
            <a:pPr indent="0" lvl="0" marL="0" rtl="0" algn="l">
              <a:lnSpc>
                <a:spcPct val="100000"/>
              </a:lnSpc>
              <a:spcBef>
                <a:spcPts val="0"/>
              </a:spcBef>
              <a:spcAft>
                <a:spcPts val="0"/>
              </a:spcAft>
              <a:buNone/>
            </a:pPr>
            <a:r>
              <a:rPr b="0" lang="en" sz="1600">
                <a:solidFill>
                  <a:srgbClr val="D6D3D1"/>
                </a:solidFill>
                <a:latin typeface="Instrument Sans Medium"/>
                <a:ea typeface="Instrument Sans Medium"/>
                <a:cs typeface="Instrument Sans Medium"/>
                <a:sym typeface="Instrument Sans Medium"/>
              </a:rPr>
              <a:t>Allam Syahriza </a:t>
            </a:r>
            <a:r>
              <a:rPr b="0" lang="en" sz="1600">
                <a:solidFill>
                  <a:srgbClr val="D6D3D1"/>
                </a:solidFill>
                <a:latin typeface="Instrument Sans"/>
                <a:ea typeface="Instrument Sans"/>
                <a:cs typeface="Instrument Sans"/>
                <a:sym typeface="Instrument Sans"/>
              </a:rPr>
              <a:t>- Audio Features Engineer</a:t>
            </a:r>
            <a:endParaRPr b="0" sz="1600">
              <a:solidFill>
                <a:srgbClr val="D6D3D1"/>
              </a:solidFill>
              <a:latin typeface="Instrument Sans"/>
              <a:ea typeface="Instrument Sans"/>
              <a:cs typeface="Instrument Sans"/>
              <a:sym typeface="Instrument Sans"/>
            </a:endParaRPr>
          </a:p>
          <a:p>
            <a:pPr indent="0" lvl="0" marL="0" rtl="0" algn="l">
              <a:spcBef>
                <a:spcPts val="0"/>
              </a:spcBef>
              <a:spcAft>
                <a:spcPts val="0"/>
              </a:spcAft>
              <a:buNone/>
            </a:pPr>
            <a:r>
              <a:t/>
            </a:r>
            <a:endParaRPr b="0" sz="1500">
              <a:latin typeface="Instrument Sans"/>
              <a:ea typeface="Instrument Sans"/>
              <a:cs typeface="Instrument Sans"/>
              <a:sym typeface="Instrument Sans"/>
            </a:endParaRPr>
          </a:p>
        </p:txBody>
      </p:sp>
      <p:pic>
        <p:nvPicPr>
          <p:cNvPr id="414" name="Google Shape;414;p58" title="FruityTech_Studio_Logo.png"/>
          <p:cNvPicPr preferRelativeResize="0"/>
          <p:nvPr/>
        </p:nvPicPr>
        <p:blipFill>
          <a:blip r:embed="rId3">
            <a:alphaModFix/>
          </a:blip>
          <a:stretch>
            <a:fillRect/>
          </a:stretch>
        </p:blipFill>
        <p:spPr>
          <a:xfrm>
            <a:off x="6550500" y="2530025"/>
            <a:ext cx="2384875" cy="2384875"/>
          </a:xfrm>
          <a:prstGeom prst="rect">
            <a:avLst/>
          </a:prstGeom>
          <a:noFill/>
          <a:ln>
            <a:noFill/>
          </a:ln>
        </p:spPr>
      </p:pic>
      <p:sp>
        <p:nvSpPr>
          <p:cNvPr id="415" name="Google Shape;415;p58"/>
          <p:cNvSpPr txBox="1"/>
          <p:nvPr>
            <p:ph idx="4294967295" type="title"/>
          </p:nvPr>
        </p:nvSpPr>
        <p:spPr>
          <a:xfrm>
            <a:off x="228600" y="3075273"/>
            <a:ext cx="1862400" cy="644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0" lang="en" sz="3000">
                <a:solidFill>
                  <a:srgbClr val="F5F5F4"/>
                </a:solidFill>
                <a:latin typeface="Instrument Sans"/>
                <a:ea typeface="Instrument Sans"/>
                <a:cs typeface="Instrument Sans"/>
                <a:sym typeface="Instrument Sans"/>
              </a:rPr>
              <a:t>Group 15</a:t>
            </a:r>
            <a:endParaRPr b="0" sz="30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19" name="Shape 419"/>
        <p:cNvGrpSpPr/>
        <p:nvPr/>
      </p:nvGrpSpPr>
      <p:grpSpPr>
        <a:xfrm>
          <a:off x="0" y="0"/>
          <a:ext cx="0" cy="0"/>
          <a:chOff x="0" y="0"/>
          <a:chExt cx="0" cy="0"/>
        </a:xfrm>
      </p:grpSpPr>
      <p:sp>
        <p:nvSpPr>
          <p:cNvPr id="420" name="Google Shape;420;p59"/>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What Problem Are We Solving?</a:t>
            </a:r>
            <a:endParaRPr b="0" sz="3500">
              <a:latin typeface="Instrument Sans SemiBold"/>
              <a:ea typeface="Instrument Sans SemiBold"/>
              <a:cs typeface="Instrument Sans SemiBold"/>
              <a:sym typeface="Instrument Sans SemiBold"/>
            </a:endParaRPr>
          </a:p>
        </p:txBody>
      </p:sp>
      <p:sp>
        <p:nvSpPr>
          <p:cNvPr id="421" name="Google Shape;421;p59"/>
          <p:cNvSpPr txBox="1"/>
          <p:nvPr>
            <p:ph idx="1" type="body"/>
          </p:nvPr>
        </p:nvSpPr>
        <p:spPr>
          <a:xfrm>
            <a:off x="228600" y="1088450"/>
            <a:ext cx="4648500" cy="36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5F5F4"/>
                </a:solidFill>
                <a:latin typeface="Instrument Sans Medium"/>
                <a:ea typeface="Instrument Sans Medium"/>
                <a:cs typeface="Instrument Sans Medium"/>
                <a:sym typeface="Instrument Sans Medium"/>
              </a:rPr>
              <a:t>Getting into music production can be daunting.</a:t>
            </a:r>
            <a:endParaRPr sz="1800">
              <a:solidFill>
                <a:srgbClr val="F5F5F4"/>
              </a:solidFill>
              <a:latin typeface="Instrument Sans Medium"/>
              <a:ea typeface="Instrument Sans Medium"/>
              <a:cs typeface="Instrument Sans Medium"/>
              <a:sym typeface="Instrument Sans Medium"/>
            </a:endParaRPr>
          </a:p>
          <a:p>
            <a:pPr indent="0" lvl="0" marL="0" rtl="0" algn="l">
              <a:spcBef>
                <a:spcPts val="0"/>
              </a:spcBef>
              <a:spcAft>
                <a:spcPts val="0"/>
              </a:spcAft>
              <a:buNone/>
            </a:pPr>
            <a:r>
              <a:t/>
            </a:r>
            <a:endParaRPr sz="1800">
              <a:solidFill>
                <a:srgbClr val="F5F5F4"/>
              </a:solidFill>
              <a:latin typeface="Instrument Sans"/>
              <a:ea typeface="Instrument Sans"/>
              <a:cs typeface="Instrument Sans"/>
              <a:sym typeface="Instrument Sans"/>
            </a:endParaRPr>
          </a:p>
          <a:p>
            <a:pPr indent="-342900" lvl="0" marL="457200" rtl="0" algn="l">
              <a:spcBef>
                <a:spcPts val="0"/>
              </a:spcBef>
              <a:spcAft>
                <a:spcPts val="0"/>
              </a:spcAft>
              <a:buClr>
                <a:srgbClr val="F5F5F4"/>
              </a:buClr>
              <a:buSzPts val="1800"/>
              <a:buFont typeface="Instrument Sans"/>
              <a:buChar char="●"/>
            </a:pPr>
            <a:r>
              <a:rPr lang="en" sz="1800">
                <a:solidFill>
                  <a:srgbClr val="F5F5F4"/>
                </a:solidFill>
                <a:latin typeface="Instrument Sans"/>
                <a:ea typeface="Instrument Sans"/>
                <a:cs typeface="Instrument Sans"/>
                <a:sym typeface="Instrument Sans"/>
              </a:rPr>
              <a:t>Traditional digital audio workspaces (DAWs) are not beginner friendly</a:t>
            </a:r>
            <a:br>
              <a:rPr lang="en" sz="1800">
                <a:solidFill>
                  <a:srgbClr val="F5F5F4"/>
                </a:solidFill>
                <a:latin typeface="Instrument Sans"/>
                <a:ea typeface="Instrument Sans"/>
                <a:cs typeface="Instrument Sans"/>
                <a:sym typeface="Instrument Sans"/>
              </a:rPr>
            </a:br>
            <a:endParaRPr sz="1800">
              <a:solidFill>
                <a:srgbClr val="F5F5F4"/>
              </a:solidFill>
              <a:latin typeface="Instrument Sans"/>
              <a:ea typeface="Instrument Sans"/>
              <a:cs typeface="Instrument Sans"/>
              <a:sym typeface="Instrument Sans"/>
            </a:endParaRPr>
          </a:p>
          <a:p>
            <a:pPr indent="-342900" lvl="0" marL="457200" rtl="0" algn="l">
              <a:spcBef>
                <a:spcPts val="0"/>
              </a:spcBef>
              <a:spcAft>
                <a:spcPts val="0"/>
              </a:spcAft>
              <a:buClr>
                <a:srgbClr val="F5F5F4"/>
              </a:buClr>
              <a:buSzPts val="1800"/>
              <a:buFont typeface="Instrument Sans"/>
              <a:buChar char="●"/>
            </a:pPr>
            <a:r>
              <a:rPr lang="en" sz="1800">
                <a:solidFill>
                  <a:srgbClr val="F5F5F4"/>
                </a:solidFill>
                <a:latin typeface="Instrument Sans"/>
                <a:ea typeface="Instrument Sans"/>
                <a:cs typeface="Instrument Sans"/>
                <a:sym typeface="Instrument Sans"/>
              </a:rPr>
              <a:t>They have complicated UIs, steep learning curves, are expensive</a:t>
            </a:r>
            <a:br>
              <a:rPr lang="en" sz="1800">
                <a:solidFill>
                  <a:srgbClr val="F5F5F4"/>
                </a:solidFill>
                <a:latin typeface="Instrument Sans"/>
                <a:ea typeface="Instrument Sans"/>
                <a:cs typeface="Instrument Sans"/>
                <a:sym typeface="Instrument Sans"/>
              </a:rPr>
            </a:br>
            <a:endParaRPr sz="1800">
              <a:solidFill>
                <a:srgbClr val="F5F5F4"/>
              </a:solidFill>
              <a:latin typeface="Instrument Sans"/>
              <a:ea typeface="Instrument Sans"/>
              <a:cs typeface="Instrument Sans"/>
              <a:sym typeface="Instrument Sans"/>
            </a:endParaRPr>
          </a:p>
          <a:p>
            <a:pPr indent="-342900" lvl="0" marL="457200" rtl="0" algn="l">
              <a:spcBef>
                <a:spcPts val="0"/>
              </a:spcBef>
              <a:spcAft>
                <a:spcPts val="0"/>
              </a:spcAft>
              <a:buClr>
                <a:srgbClr val="F5F5F4"/>
              </a:buClr>
              <a:buSzPts val="1800"/>
              <a:buFont typeface="Instrument Sans"/>
              <a:buChar char="●"/>
            </a:pPr>
            <a:r>
              <a:rPr lang="en" sz="1800">
                <a:solidFill>
                  <a:srgbClr val="F5F5F4"/>
                </a:solidFill>
                <a:latin typeface="Instrument Sans"/>
                <a:ea typeface="Instrument Sans"/>
                <a:cs typeface="Instrument Sans"/>
                <a:sym typeface="Instrument Sans"/>
              </a:rPr>
              <a:t>Hard to use without previous background knowledge (music theory, or of similar programs)</a:t>
            </a:r>
            <a:endParaRPr sz="18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p:txBody>
      </p:sp>
      <p:sp>
        <p:nvSpPr>
          <p:cNvPr id="422" name="Google Shape;422;p59"/>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23" name="Google Shape;423;p59"/>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24" name="Google Shape;424;p59" title="FruityTech_Studio_Logo_no_bg.png"/>
          <p:cNvPicPr preferRelativeResize="0"/>
          <p:nvPr/>
        </p:nvPicPr>
        <p:blipFill>
          <a:blip r:embed="rId3">
            <a:alphaModFix/>
          </a:blip>
          <a:stretch>
            <a:fillRect/>
          </a:stretch>
        </p:blipFill>
        <p:spPr>
          <a:xfrm>
            <a:off x="8367475" y="4601410"/>
            <a:ext cx="498127" cy="498145"/>
          </a:xfrm>
          <a:prstGeom prst="rect">
            <a:avLst/>
          </a:prstGeom>
          <a:noFill/>
          <a:ln>
            <a:noFill/>
          </a:ln>
        </p:spPr>
      </p:pic>
      <p:pic>
        <p:nvPicPr>
          <p:cNvPr id="425" name="Google Shape;425;p59" title="basics_interface.png"/>
          <p:cNvPicPr preferRelativeResize="0"/>
          <p:nvPr/>
        </p:nvPicPr>
        <p:blipFill>
          <a:blip r:embed="rId4">
            <a:alphaModFix/>
          </a:blip>
          <a:stretch>
            <a:fillRect/>
          </a:stretch>
        </p:blipFill>
        <p:spPr>
          <a:xfrm>
            <a:off x="4877100" y="1697212"/>
            <a:ext cx="3882049" cy="2312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29" name="Shape 429"/>
        <p:cNvGrpSpPr/>
        <p:nvPr/>
      </p:nvGrpSpPr>
      <p:grpSpPr>
        <a:xfrm>
          <a:off x="0" y="0"/>
          <a:ext cx="0" cy="0"/>
          <a:chOff x="0" y="0"/>
          <a:chExt cx="0" cy="0"/>
        </a:xfrm>
      </p:grpSpPr>
      <p:sp>
        <p:nvSpPr>
          <p:cNvPr id="430" name="Google Shape;430;p60"/>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Project Goal</a:t>
            </a:r>
            <a:endParaRPr b="0" sz="3500">
              <a:latin typeface="Instrument Sans SemiBold"/>
              <a:ea typeface="Instrument Sans SemiBold"/>
              <a:cs typeface="Instrument Sans SemiBold"/>
              <a:sym typeface="Instrument Sans SemiBold"/>
            </a:endParaRPr>
          </a:p>
        </p:txBody>
      </p:sp>
      <p:sp>
        <p:nvSpPr>
          <p:cNvPr id="431" name="Google Shape;431;p60"/>
          <p:cNvSpPr txBox="1"/>
          <p:nvPr>
            <p:ph idx="1" type="body"/>
          </p:nvPr>
        </p:nvSpPr>
        <p:spPr>
          <a:xfrm>
            <a:off x="228600" y="1088450"/>
            <a:ext cx="8686800" cy="32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5F5F4"/>
                </a:solidFill>
                <a:latin typeface="Instrument Sans Medium"/>
                <a:ea typeface="Instrument Sans Medium"/>
                <a:cs typeface="Instrument Sans Medium"/>
                <a:sym typeface="Instrument Sans Medium"/>
              </a:rPr>
              <a:t>Our goal is to make music creation beginner-friendly.</a:t>
            </a:r>
            <a:endParaRPr sz="2100">
              <a:solidFill>
                <a:srgbClr val="F5F5F4"/>
              </a:solidFill>
              <a:latin typeface="Instrument Sans Medium"/>
              <a:ea typeface="Instrument Sans Medium"/>
              <a:cs typeface="Instrument Sans Medium"/>
              <a:sym typeface="Instrument Sans Medium"/>
            </a:endParaRPr>
          </a:p>
          <a:p>
            <a:pPr indent="0" lvl="0" marL="0" rtl="0" algn="l">
              <a:spcBef>
                <a:spcPts val="0"/>
              </a:spcBef>
              <a:spcAft>
                <a:spcPts val="0"/>
              </a:spcAft>
              <a:buNone/>
            </a:pPr>
            <a:r>
              <a:rPr lang="en" sz="2100">
                <a:solidFill>
                  <a:srgbClr val="F5F5F4"/>
                </a:solidFill>
                <a:latin typeface="Instrument Sans Medium"/>
                <a:ea typeface="Instrument Sans Medium"/>
                <a:cs typeface="Instrument Sans Medium"/>
                <a:sym typeface="Instrument Sans Medium"/>
              </a:rPr>
              <a:t>We want our tool to be as fun and intuitive as possible.</a:t>
            </a:r>
            <a:endParaRPr sz="2100">
              <a:solidFill>
                <a:srgbClr val="F5F5F4"/>
              </a:solidFill>
              <a:latin typeface="Instrument Sans Medium"/>
              <a:ea typeface="Instrument Sans Medium"/>
              <a:cs typeface="Instrument Sans Medium"/>
              <a:sym typeface="Instrument Sans Medium"/>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rPr i="1" lang="en" sz="2100">
                <a:solidFill>
                  <a:srgbClr val="F5F5F4"/>
                </a:solidFill>
                <a:latin typeface="Instrument Sans Medium"/>
                <a:ea typeface="Instrument Sans Medium"/>
                <a:cs typeface="Instrument Sans Medium"/>
                <a:sym typeface="Instrument Sans Medium"/>
              </a:rPr>
              <a:t>Why?</a:t>
            </a:r>
            <a:endParaRPr i="1" sz="2100">
              <a:solidFill>
                <a:srgbClr val="F5F5F4"/>
              </a:solidFill>
              <a:latin typeface="Instrument Sans Medium"/>
              <a:ea typeface="Instrument Sans Medium"/>
              <a:cs typeface="Instrument Sans Medium"/>
              <a:sym typeface="Instrument Sans Medium"/>
            </a:endParaRPr>
          </a:p>
          <a:p>
            <a:pPr indent="-361950" lvl="0" marL="4572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Give people the chance to express themselves creatively</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Be used as a tool for music education</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Allow people to learn and transition to professional tools</a:t>
            </a:r>
            <a:endParaRPr sz="21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p:txBody>
      </p:sp>
      <p:sp>
        <p:nvSpPr>
          <p:cNvPr id="432" name="Google Shape;432;p60"/>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33" name="Google Shape;433;p60"/>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34" name="Google Shape;434;p60" title="FruityTech_Studio_Logo_no_bg.png"/>
          <p:cNvPicPr preferRelativeResize="0"/>
          <p:nvPr/>
        </p:nvPicPr>
        <p:blipFill>
          <a:blip r:embed="rId3">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38" name="Shape 438"/>
        <p:cNvGrpSpPr/>
        <p:nvPr/>
      </p:nvGrpSpPr>
      <p:grpSpPr>
        <a:xfrm>
          <a:off x="0" y="0"/>
          <a:ext cx="0" cy="0"/>
          <a:chOff x="0" y="0"/>
          <a:chExt cx="0" cy="0"/>
        </a:xfrm>
      </p:grpSpPr>
      <p:sp>
        <p:nvSpPr>
          <p:cNvPr id="439" name="Google Shape;439;p61"/>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Solution Overview</a:t>
            </a:r>
            <a:endParaRPr b="0" sz="3500">
              <a:latin typeface="Instrument Sans SemiBold"/>
              <a:ea typeface="Instrument Sans SemiBold"/>
              <a:cs typeface="Instrument Sans SemiBold"/>
              <a:sym typeface="Instrument Sans SemiBold"/>
            </a:endParaRPr>
          </a:p>
        </p:txBody>
      </p:sp>
      <p:sp>
        <p:nvSpPr>
          <p:cNvPr id="440" name="Google Shape;440;p61"/>
          <p:cNvSpPr txBox="1"/>
          <p:nvPr>
            <p:ph idx="1" type="body"/>
          </p:nvPr>
        </p:nvSpPr>
        <p:spPr>
          <a:xfrm>
            <a:off x="228600" y="1088450"/>
            <a:ext cx="8686800" cy="32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5F5F4"/>
                </a:solidFill>
                <a:latin typeface="Instrument Sans Medium"/>
                <a:ea typeface="Instrument Sans Medium"/>
                <a:cs typeface="Instrument Sans Medium"/>
                <a:sym typeface="Instrument Sans Medium"/>
              </a:rPr>
              <a:t>Our app </a:t>
            </a:r>
            <a:r>
              <a:rPr lang="en" sz="2100">
                <a:solidFill>
                  <a:srgbClr val="F5F5F4"/>
                </a:solidFill>
                <a:latin typeface="Instrument Sans Medium"/>
                <a:ea typeface="Instrument Sans Medium"/>
                <a:cs typeface="Instrument Sans Medium"/>
                <a:sym typeface="Instrument Sans Medium"/>
              </a:rPr>
              <a:t>will be a game-like music sandbox </a:t>
            </a:r>
            <a:endParaRPr sz="2100">
              <a:solidFill>
                <a:srgbClr val="F5F5F4"/>
              </a:solidFill>
              <a:latin typeface="Instrument Sans Medium"/>
              <a:ea typeface="Instrument Sans Medium"/>
              <a:cs typeface="Instrument Sans Medium"/>
              <a:sym typeface="Instrument Sans Medium"/>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Replaces complex DAW workflows with a simple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Users create music by simply placing sounds and looping them</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Hints and tutorials will help users learn important music concepts </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rPr lang="en" sz="2100">
                <a:solidFill>
                  <a:srgbClr val="F5F5F4"/>
                </a:solidFill>
                <a:latin typeface="Instrument Sans"/>
                <a:ea typeface="Instrument Sans"/>
                <a:cs typeface="Instrument Sans"/>
                <a:sym typeface="Instrument Sans"/>
              </a:rPr>
              <a:t> </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p:txBody>
      </p:sp>
      <p:sp>
        <p:nvSpPr>
          <p:cNvPr id="441" name="Google Shape;441;p61"/>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42" name="Google Shape;442;p61"/>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43" name="Google Shape;443;p61" title="FruityTech_Studio_Logo_no_bg.png"/>
          <p:cNvPicPr preferRelativeResize="0"/>
          <p:nvPr/>
        </p:nvPicPr>
        <p:blipFill>
          <a:blip r:embed="rId3">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47" name="Shape 447"/>
        <p:cNvGrpSpPr/>
        <p:nvPr/>
      </p:nvGrpSpPr>
      <p:grpSpPr>
        <a:xfrm>
          <a:off x="0" y="0"/>
          <a:ext cx="0" cy="0"/>
          <a:chOff x="0" y="0"/>
          <a:chExt cx="0" cy="0"/>
        </a:xfrm>
      </p:grpSpPr>
      <p:sp>
        <p:nvSpPr>
          <p:cNvPr id="448" name="Google Shape;448;p62"/>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System Architecture</a:t>
            </a:r>
            <a:endParaRPr b="0" sz="3500">
              <a:latin typeface="Instrument Sans SemiBold"/>
              <a:ea typeface="Instrument Sans SemiBold"/>
              <a:cs typeface="Instrument Sans SemiBold"/>
              <a:sym typeface="Instrument Sans SemiBold"/>
            </a:endParaRPr>
          </a:p>
        </p:txBody>
      </p:sp>
      <p:sp>
        <p:nvSpPr>
          <p:cNvPr id="449" name="Google Shape;449;p62"/>
          <p:cNvSpPr txBox="1"/>
          <p:nvPr>
            <p:ph idx="1" type="body"/>
          </p:nvPr>
        </p:nvSpPr>
        <p:spPr>
          <a:xfrm>
            <a:off x="228600" y="1088450"/>
            <a:ext cx="4208400" cy="32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5F5F4"/>
                </a:solidFill>
                <a:latin typeface="Instrument Sans Medium"/>
                <a:ea typeface="Instrument Sans Medium"/>
                <a:cs typeface="Instrument Sans Medium"/>
                <a:sym typeface="Instrument Sans Medium"/>
              </a:rPr>
              <a:t>Consists of 4 main layers:</a:t>
            </a:r>
            <a:endParaRPr sz="2100">
              <a:solidFill>
                <a:srgbClr val="F5F5F4"/>
              </a:solidFill>
              <a:latin typeface="Instrument Sans Medium"/>
              <a:ea typeface="Instrument Sans Medium"/>
              <a:cs typeface="Instrument Sans Medium"/>
              <a:sym typeface="Instrument Sans Medium"/>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AutoNum type="arabicPeriod"/>
            </a:pPr>
            <a:r>
              <a:rPr lang="en" sz="2100">
                <a:solidFill>
                  <a:srgbClr val="F5F5F4"/>
                </a:solidFill>
                <a:latin typeface="Instrument Sans"/>
                <a:ea typeface="Instrument Sans"/>
                <a:cs typeface="Instrument Sans"/>
                <a:sym typeface="Instrument Sans"/>
              </a:rPr>
              <a:t>Presentation Layer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AutoNum type="arabicPeriod"/>
            </a:pPr>
            <a:r>
              <a:rPr lang="en" sz="2100">
                <a:solidFill>
                  <a:srgbClr val="F5F5F4"/>
                </a:solidFill>
                <a:latin typeface="Instrument Sans"/>
                <a:ea typeface="Instrument Sans"/>
                <a:cs typeface="Instrument Sans"/>
                <a:sym typeface="Instrument Sans"/>
              </a:rPr>
              <a:t>Application / Logic Layer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AutoNum type="arabicPeriod"/>
            </a:pPr>
            <a:r>
              <a:rPr lang="en" sz="2100">
                <a:solidFill>
                  <a:srgbClr val="F5F5F4"/>
                </a:solidFill>
                <a:latin typeface="Instrument Sans"/>
                <a:ea typeface="Instrument Sans"/>
                <a:cs typeface="Instrument Sans"/>
                <a:sym typeface="Instrument Sans"/>
              </a:rPr>
              <a:t>Audio Engine Layer</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a:buAutoNum type="arabicPeriod"/>
            </a:pPr>
            <a:r>
              <a:rPr lang="en" sz="2100">
                <a:solidFill>
                  <a:srgbClr val="F5F5F4"/>
                </a:solidFill>
                <a:latin typeface="Instrument Sans"/>
                <a:ea typeface="Instrument Sans"/>
                <a:cs typeface="Instrument Sans"/>
                <a:sym typeface="Instrument Sans"/>
              </a:rPr>
              <a:t>Persistence Layer </a:t>
            </a:r>
            <a:endParaRPr sz="2100">
              <a:solidFill>
                <a:srgbClr val="F5F5F4"/>
              </a:solidFill>
              <a:latin typeface="Instrument Sans"/>
              <a:ea typeface="Instrument Sans"/>
              <a:cs typeface="Instrument Sans"/>
              <a:sym typeface="Instrument Sans"/>
            </a:endParaRPr>
          </a:p>
        </p:txBody>
      </p:sp>
      <p:pic>
        <p:nvPicPr>
          <p:cNvPr id="450" name="Google Shape;450;p62" title="Architecture Diagram.drawio (1).png"/>
          <p:cNvPicPr preferRelativeResize="0"/>
          <p:nvPr/>
        </p:nvPicPr>
        <p:blipFill rotWithShape="1">
          <a:blip r:embed="rId3">
            <a:alphaModFix/>
          </a:blip>
          <a:srcRect b="5853" l="3786" r="1552" t="3394"/>
          <a:stretch/>
        </p:blipFill>
        <p:spPr>
          <a:xfrm>
            <a:off x="4897530" y="457200"/>
            <a:ext cx="3559795" cy="4100400"/>
          </a:xfrm>
          <a:prstGeom prst="rect">
            <a:avLst/>
          </a:prstGeom>
          <a:noFill/>
          <a:ln>
            <a:noFill/>
          </a:ln>
        </p:spPr>
      </p:pic>
      <p:sp>
        <p:nvSpPr>
          <p:cNvPr id="451" name="Google Shape;451;p62"/>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52" name="Google Shape;452;p62"/>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53" name="Google Shape;453;p62" title="FruityTech_Studio_Logo_no_bg.png"/>
          <p:cNvPicPr preferRelativeResize="0"/>
          <p:nvPr/>
        </p:nvPicPr>
        <p:blipFill>
          <a:blip r:embed="rId4">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57" name="Shape 457"/>
        <p:cNvGrpSpPr/>
        <p:nvPr/>
      </p:nvGrpSpPr>
      <p:grpSpPr>
        <a:xfrm>
          <a:off x="0" y="0"/>
          <a:ext cx="0" cy="0"/>
          <a:chOff x="0" y="0"/>
          <a:chExt cx="0" cy="0"/>
        </a:xfrm>
      </p:grpSpPr>
      <p:sp>
        <p:nvSpPr>
          <p:cNvPr id="458" name="Google Shape;458;p63"/>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Core Design Decisions</a:t>
            </a:r>
            <a:endParaRPr b="0" sz="3500">
              <a:latin typeface="Instrument Sans SemiBold"/>
              <a:ea typeface="Instrument Sans SemiBold"/>
              <a:cs typeface="Instrument Sans SemiBold"/>
              <a:sym typeface="Instrument Sans SemiBold"/>
            </a:endParaRPr>
          </a:p>
        </p:txBody>
      </p:sp>
      <p:sp>
        <p:nvSpPr>
          <p:cNvPr id="459" name="Google Shape;459;p63"/>
          <p:cNvSpPr txBox="1"/>
          <p:nvPr>
            <p:ph idx="1" type="body"/>
          </p:nvPr>
        </p:nvSpPr>
        <p:spPr>
          <a:xfrm>
            <a:off x="228600" y="1088450"/>
            <a:ext cx="8686800" cy="32676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F5F5F4"/>
              </a:buClr>
              <a:buSzPts val="2100"/>
              <a:buFont typeface="Instrument Sans Medium"/>
              <a:buChar char="●"/>
            </a:pPr>
            <a:r>
              <a:rPr lang="en" sz="2100">
                <a:solidFill>
                  <a:srgbClr val="F5F5F4"/>
                </a:solidFill>
                <a:latin typeface="Instrument Sans Medium"/>
                <a:ea typeface="Instrument Sans Medium"/>
                <a:cs typeface="Instrument Sans Medium"/>
                <a:sym typeface="Instrument Sans Medium"/>
              </a:rPr>
              <a:t>Centralized Audio Manager</a:t>
            </a:r>
            <a:endParaRPr sz="2100">
              <a:solidFill>
                <a:srgbClr val="F5F5F4"/>
              </a:solidFill>
              <a:latin typeface="Instrument Sans Medium"/>
              <a:ea typeface="Instrument Sans Medium"/>
              <a:cs typeface="Instrument Sans Medium"/>
              <a:sym typeface="Instrument Sans Medium"/>
            </a:endParaRPr>
          </a:p>
          <a:p>
            <a:pPr indent="-361950" lvl="1" marL="9144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Single authority for timing and playback</a:t>
            </a:r>
            <a:endParaRPr sz="21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Medium"/>
              <a:buChar char="●"/>
            </a:pPr>
            <a:r>
              <a:rPr lang="en" sz="2100">
                <a:solidFill>
                  <a:srgbClr val="F5F5F4"/>
                </a:solidFill>
                <a:latin typeface="Instrument Sans Medium"/>
                <a:ea typeface="Instrument Sans Medium"/>
                <a:cs typeface="Instrument Sans Medium"/>
                <a:sym typeface="Instrument Sans Medium"/>
              </a:rPr>
              <a:t>Global Tempo Model</a:t>
            </a:r>
            <a:endParaRPr sz="2100">
              <a:solidFill>
                <a:srgbClr val="F5F5F4"/>
              </a:solidFill>
              <a:latin typeface="Instrument Sans Medium"/>
              <a:ea typeface="Instrument Sans Medium"/>
              <a:cs typeface="Instrument Sans Medium"/>
              <a:sym typeface="Instrument Sans Medium"/>
            </a:endParaRPr>
          </a:p>
          <a:p>
            <a:pPr indent="-361950" lvl="1" marL="9144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One BPM governs all sound objects</a:t>
            </a:r>
            <a:endParaRPr sz="21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2100">
              <a:solidFill>
                <a:srgbClr val="F5F5F4"/>
              </a:solidFill>
              <a:latin typeface="Instrument Sans"/>
              <a:ea typeface="Instrument Sans"/>
              <a:cs typeface="Instrument Sans"/>
              <a:sym typeface="Instrument Sans"/>
            </a:endParaRPr>
          </a:p>
          <a:p>
            <a:pPr indent="-361950" lvl="0" marL="457200" rtl="0" algn="l">
              <a:spcBef>
                <a:spcPts val="0"/>
              </a:spcBef>
              <a:spcAft>
                <a:spcPts val="0"/>
              </a:spcAft>
              <a:buClr>
                <a:srgbClr val="F5F5F4"/>
              </a:buClr>
              <a:buSzPts val="2100"/>
              <a:buFont typeface="Instrument Sans Medium"/>
              <a:buChar char="●"/>
            </a:pPr>
            <a:r>
              <a:rPr lang="en" sz="2100">
                <a:solidFill>
                  <a:srgbClr val="F5F5F4"/>
                </a:solidFill>
                <a:latin typeface="Instrument Sans Medium"/>
                <a:ea typeface="Instrument Sans Medium"/>
                <a:cs typeface="Instrument Sans Medium"/>
                <a:sym typeface="Instrument Sans Medium"/>
              </a:rPr>
              <a:t>Deterministic DSP scheduling</a:t>
            </a:r>
            <a:endParaRPr sz="2100">
              <a:solidFill>
                <a:srgbClr val="F5F5F4"/>
              </a:solidFill>
              <a:latin typeface="Instrument Sans Medium"/>
              <a:ea typeface="Instrument Sans Medium"/>
              <a:cs typeface="Instrument Sans Medium"/>
              <a:sym typeface="Instrument Sans Medium"/>
            </a:endParaRPr>
          </a:p>
          <a:p>
            <a:pPr indent="-361950" lvl="1" marL="914400" rtl="0" algn="l">
              <a:spcBef>
                <a:spcPts val="0"/>
              </a:spcBef>
              <a:spcAft>
                <a:spcPts val="0"/>
              </a:spcAft>
              <a:buClr>
                <a:srgbClr val="F5F5F4"/>
              </a:buClr>
              <a:buSzPts val="2100"/>
              <a:buFont typeface="Instrument Sans"/>
              <a:buChar char="○"/>
            </a:pPr>
            <a:r>
              <a:rPr lang="en" sz="2100">
                <a:solidFill>
                  <a:srgbClr val="F5F5F4"/>
                </a:solidFill>
                <a:latin typeface="Instrument Sans"/>
                <a:ea typeface="Instrument Sans"/>
                <a:cs typeface="Instrument Sans"/>
                <a:sym typeface="Instrument Sans"/>
              </a:rPr>
              <a:t>Audio timed independently from frame rate</a:t>
            </a:r>
            <a:endParaRPr sz="2100">
              <a:solidFill>
                <a:srgbClr val="F5F5F4"/>
              </a:solidFill>
              <a:latin typeface="Instrument Sans"/>
              <a:ea typeface="Instrument Sans"/>
              <a:cs typeface="Instrument Sans"/>
              <a:sym typeface="Instrument Sans"/>
            </a:endParaRPr>
          </a:p>
        </p:txBody>
      </p:sp>
      <p:sp>
        <p:nvSpPr>
          <p:cNvPr id="460" name="Google Shape;460;p63"/>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61" name="Google Shape;461;p63"/>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62" name="Google Shape;462;p63" title="FruityTech_Studio_Logo_no_bg.png"/>
          <p:cNvPicPr preferRelativeResize="0"/>
          <p:nvPr/>
        </p:nvPicPr>
        <p:blipFill>
          <a:blip r:embed="rId3">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66" name="Shape 466"/>
        <p:cNvGrpSpPr/>
        <p:nvPr/>
      </p:nvGrpSpPr>
      <p:grpSpPr>
        <a:xfrm>
          <a:off x="0" y="0"/>
          <a:ext cx="0" cy="0"/>
          <a:chOff x="0" y="0"/>
          <a:chExt cx="0" cy="0"/>
        </a:xfrm>
      </p:grpSpPr>
      <p:sp>
        <p:nvSpPr>
          <p:cNvPr id="467" name="Google Shape;467;p64"/>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Algorithms &amp; Game Logic</a:t>
            </a:r>
            <a:endParaRPr b="0" sz="3500">
              <a:latin typeface="Instrument Sans SemiBold"/>
              <a:ea typeface="Instrument Sans SemiBold"/>
              <a:cs typeface="Instrument Sans SemiBold"/>
              <a:sym typeface="Instrument Sans SemiBold"/>
            </a:endParaRPr>
          </a:p>
        </p:txBody>
      </p:sp>
      <p:sp>
        <p:nvSpPr>
          <p:cNvPr id="468" name="Google Shape;468;p64"/>
          <p:cNvSpPr txBox="1"/>
          <p:nvPr>
            <p:ph idx="1" type="body"/>
          </p:nvPr>
        </p:nvSpPr>
        <p:spPr>
          <a:xfrm>
            <a:off x="228600" y="1088450"/>
            <a:ext cx="8686800" cy="3469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rgbClr val="F5F5F4"/>
              </a:buClr>
              <a:buSzPts val="1500"/>
              <a:buFont typeface="Instrument Sans Medium"/>
              <a:buChar char="●"/>
            </a:pPr>
            <a:r>
              <a:rPr lang="en" sz="1500">
                <a:solidFill>
                  <a:srgbClr val="F5F5F4"/>
                </a:solidFill>
                <a:latin typeface="Instrument Sans Medium"/>
                <a:ea typeface="Instrument Sans Medium"/>
                <a:cs typeface="Instrument Sans Medium"/>
                <a:sym typeface="Instrument Sans Medium"/>
              </a:rPr>
              <a:t>Tempo-based scheduling algorithm</a:t>
            </a:r>
            <a:endParaRPr sz="1500">
              <a:solidFill>
                <a:srgbClr val="F5F5F4"/>
              </a:solidFill>
              <a:latin typeface="Instrument Sans Medium"/>
              <a:ea typeface="Instrument Sans Medium"/>
              <a:cs typeface="Instrument Sans Medium"/>
              <a:sym typeface="Instrument Sans Medium"/>
            </a:endParaRPr>
          </a:p>
          <a:p>
            <a:pPr indent="-323850" lvl="1" marL="914400" rtl="0" algn="l">
              <a:spcBef>
                <a:spcPts val="0"/>
              </a:spcBef>
              <a:spcAft>
                <a:spcPts val="0"/>
              </a:spcAft>
              <a:buClr>
                <a:srgbClr val="F5F5F4"/>
              </a:buClr>
              <a:buSzPts val="1500"/>
              <a:buFont typeface="Instrument Sans"/>
              <a:buChar char="○"/>
            </a:pPr>
            <a:r>
              <a:rPr lang="en" sz="1500">
                <a:solidFill>
                  <a:srgbClr val="F5F5F4"/>
                </a:solidFill>
                <a:latin typeface="Instrument Sans"/>
                <a:ea typeface="Instrument Sans"/>
                <a:cs typeface="Instrument Sans"/>
                <a:sym typeface="Instrument Sans"/>
              </a:rPr>
              <a:t>Converts BPM to beat and bar durations</a:t>
            </a:r>
            <a:endParaRPr sz="15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500">
              <a:solidFill>
                <a:srgbClr val="F5F5F4"/>
              </a:solidFill>
              <a:latin typeface="Instrument Sans"/>
              <a:ea typeface="Instrument Sans"/>
              <a:cs typeface="Instrument Sans"/>
              <a:sym typeface="Instrument Sans"/>
            </a:endParaRPr>
          </a:p>
          <a:p>
            <a:pPr indent="-323850" lvl="0" marL="457200" rtl="0" algn="l">
              <a:spcBef>
                <a:spcPts val="0"/>
              </a:spcBef>
              <a:spcAft>
                <a:spcPts val="0"/>
              </a:spcAft>
              <a:buClr>
                <a:srgbClr val="F5F5F4"/>
              </a:buClr>
              <a:buSzPts val="1500"/>
              <a:buFont typeface="Instrument Sans Medium"/>
              <a:buChar char="●"/>
            </a:pPr>
            <a:r>
              <a:rPr lang="en" sz="1500">
                <a:solidFill>
                  <a:srgbClr val="F5F5F4"/>
                </a:solidFill>
                <a:latin typeface="Instrument Sans Medium"/>
                <a:ea typeface="Instrument Sans Medium"/>
                <a:cs typeface="Instrument Sans Medium"/>
                <a:sym typeface="Instrument Sans Medium"/>
              </a:rPr>
              <a:t>Bar-aligned playback</a:t>
            </a:r>
            <a:endParaRPr sz="1500">
              <a:solidFill>
                <a:srgbClr val="F5F5F4"/>
              </a:solidFill>
              <a:latin typeface="Instrument Sans Medium"/>
              <a:ea typeface="Instrument Sans Medium"/>
              <a:cs typeface="Instrument Sans Medium"/>
              <a:sym typeface="Instrument Sans Medium"/>
            </a:endParaRPr>
          </a:p>
          <a:p>
            <a:pPr indent="-323850" lvl="1" marL="914400" rtl="0" algn="l">
              <a:spcBef>
                <a:spcPts val="0"/>
              </a:spcBef>
              <a:spcAft>
                <a:spcPts val="0"/>
              </a:spcAft>
              <a:buClr>
                <a:srgbClr val="F5F5F4"/>
              </a:buClr>
              <a:buSzPts val="1500"/>
              <a:buFont typeface="Instrument Sans"/>
              <a:buChar char="○"/>
            </a:pPr>
            <a:r>
              <a:rPr lang="en" sz="1500">
                <a:solidFill>
                  <a:srgbClr val="F5F5F4"/>
                </a:solidFill>
                <a:latin typeface="Instrument Sans"/>
                <a:ea typeface="Instrument Sans"/>
                <a:cs typeface="Instrument Sans"/>
                <a:sym typeface="Instrument Sans"/>
              </a:rPr>
              <a:t>Sounds start and stop at musical boundaries</a:t>
            </a:r>
            <a:endParaRPr sz="15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500">
              <a:solidFill>
                <a:srgbClr val="F5F5F4"/>
              </a:solidFill>
              <a:latin typeface="Instrument Sans"/>
              <a:ea typeface="Instrument Sans"/>
              <a:cs typeface="Instrument Sans"/>
              <a:sym typeface="Instrument Sans"/>
            </a:endParaRPr>
          </a:p>
          <a:p>
            <a:pPr indent="-323850" lvl="0" marL="457200" rtl="0" algn="l">
              <a:spcBef>
                <a:spcPts val="0"/>
              </a:spcBef>
              <a:spcAft>
                <a:spcPts val="0"/>
              </a:spcAft>
              <a:buClr>
                <a:srgbClr val="F5F5F4"/>
              </a:buClr>
              <a:buSzPts val="1500"/>
              <a:buFont typeface="Instrument Sans Medium"/>
              <a:buChar char="●"/>
            </a:pPr>
            <a:r>
              <a:rPr lang="en" sz="1500">
                <a:solidFill>
                  <a:srgbClr val="F5F5F4"/>
                </a:solidFill>
                <a:latin typeface="Instrument Sans Medium"/>
                <a:ea typeface="Instrument Sans Medium"/>
                <a:cs typeface="Instrument Sans Medium"/>
                <a:sym typeface="Instrument Sans Medium"/>
              </a:rPr>
              <a:t>Sound object lifecycle management</a:t>
            </a:r>
            <a:endParaRPr sz="1500">
              <a:solidFill>
                <a:srgbClr val="F5F5F4"/>
              </a:solidFill>
              <a:latin typeface="Instrument Sans Medium"/>
              <a:ea typeface="Instrument Sans Medium"/>
              <a:cs typeface="Instrument Sans Medium"/>
              <a:sym typeface="Instrument Sans Medium"/>
            </a:endParaRPr>
          </a:p>
          <a:p>
            <a:pPr indent="-323850" lvl="1" marL="914400" rtl="0" algn="l">
              <a:spcBef>
                <a:spcPts val="0"/>
              </a:spcBef>
              <a:spcAft>
                <a:spcPts val="0"/>
              </a:spcAft>
              <a:buClr>
                <a:srgbClr val="F5F5F4"/>
              </a:buClr>
              <a:buSzPts val="1500"/>
              <a:buFont typeface="Instrument Sans"/>
              <a:buChar char="○"/>
            </a:pPr>
            <a:r>
              <a:rPr lang="en" sz="1500">
                <a:solidFill>
                  <a:srgbClr val="F5F5F4"/>
                </a:solidFill>
                <a:latin typeface="Instrument Sans"/>
                <a:ea typeface="Instrument Sans"/>
                <a:cs typeface="Instrument Sans"/>
                <a:sym typeface="Instrument Sans"/>
              </a:rPr>
              <a:t>Register, update, remove audio sources</a:t>
            </a:r>
            <a:endParaRPr sz="15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500">
              <a:solidFill>
                <a:srgbClr val="F5F5F4"/>
              </a:solidFill>
              <a:latin typeface="Instrument Sans"/>
              <a:ea typeface="Instrument Sans"/>
              <a:cs typeface="Instrument Sans"/>
              <a:sym typeface="Instrument Sans"/>
            </a:endParaRPr>
          </a:p>
          <a:p>
            <a:pPr indent="-323850" lvl="0" marL="457200" rtl="0" algn="l">
              <a:spcBef>
                <a:spcPts val="0"/>
              </a:spcBef>
              <a:spcAft>
                <a:spcPts val="0"/>
              </a:spcAft>
              <a:buClr>
                <a:srgbClr val="F5F5F4"/>
              </a:buClr>
              <a:buSzPts val="1500"/>
              <a:buFont typeface="Instrument Sans Medium"/>
              <a:buChar char="●"/>
            </a:pPr>
            <a:r>
              <a:rPr lang="en" sz="1500">
                <a:solidFill>
                  <a:srgbClr val="F5F5F4"/>
                </a:solidFill>
                <a:latin typeface="Instrument Sans Medium"/>
                <a:ea typeface="Instrument Sans Medium"/>
                <a:cs typeface="Instrument Sans Medium"/>
                <a:sym typeface="Instrument Sans Medium"/>
              </a:rPr>
              <a:t>Real-time parameter updates</a:t>
            </a:r>
            <a:endParaRPr sz="1500">
              <a:solidFill>
                <a:srgbClr val="F5F5F4"/>
              </a:solidFill>
              <a:latin typeface="Instrument Sans Medium"/>
              <a:ea typeface="Instrument Sans Medium"/>
              <a:cs typeface="Instrument Sans Medium"/>
              <a:sym typeface="Instrument Sans Medium"/>
            </a:endParaRPr>
          </a:p>
          <a:p>
            <a:pPr indent="-323850" lvl="1" marL="914400" rtl="0" algn="l">
              <a:spcBef>
                <a:spcPts val="0"/>
              </a:spcBef>
              <a:spcAft>
                <a:spcPts val="0"/>
              </a:spcAft>
              <a:buClr>
                <a:srgbClr val="F5F5F4"/>
              </a:buClr>
              <a:buSzPts val="1500"/>
              <a:buFont typeface="Instrument Sans"/>
              <a:buChar char="○"/>
            </a:pPr>
            <a:r>
              <a:rPr lang="en" sz="1500">
                <a:solidFill>
                  <a:srgbClr val="F5F5F4"/>
                </a:solidFill>
                <a:latin typeface="Instrument Sans"/>
                <a:ea typeface="Instrument Sans"/>
                <a:cs typeface="Instrument Sans"/>
                <a:sym typeface="Instrument Sans"/>
              </a:rPr>
              <a:t>Volume, mute, and effect changes without desync</a:t>
            </a:r>
            <a:endParaRPr sz="15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1500">
              <a:solidFill>
                <a:srgbClr val="F5F5F4"/>
              </a:solidFill>
              <a:latin typeface="Instrument Sans"/>
              <a:ea typeface="Instrument Sans"/>
              <a:cs typeface="Instrument Sans"/>
              <a:sym typeface="Instrument Sans"/>
            </a:endParaRPr>
          </a:p>
          <a:p>
            <a:pPr indent="-323850" lvl="0" marL="457200" rtl="0" algn="l">
              <a:spcBef>
                <a:spcPts val="0"/>
              </a:spcBef>
              <a:spcAft>
                <a:spcPts val="0"/>
              </a:spcAft>
              <a:buClr>
                <a:srgbClr val="F5F5F4"/>
              </a:buClr>
              <a:buSzPts val="1500"/>
              <a:buFont typeface="Instrument Sans Medium"/>
              <a:buChar char="●"/>
            </a:pPr>
            <a:r>
              <a:rPr lang="en" sz="1500">
                <a:solidFill>
                  <a:srgbClr val="F5F5F4"/>
                </a:solidFill>
                <a:latin typeface="Instrument Sans Medium"/>
                <a:ea typeface="Instrument Sans Medium"/>
                <a:cs typeface="Instrument Sans Medium"/>
                <a:sym typeface="Instrument Sans Medium"/>
              </a:rPr>
              <a:t>Placement &amp; state validation</a:t>
            </a:r>
            <a:endParaRPr sz="1500">
              <a:solidFill>
                <a:srgbClr val="F5F5F4"/>
              </a:solidFill>
              <a:latin typeface="Instrument Sans Medium"/>
              <a:ea typeface="Instrument Sans Medium"/>
              <a:cs typeface="Instrument Sans Medium"/>
              <a:sym typeface="Instrument Sans Medium"/>
            </a:endParaRPr>
          </a:p>
          <a:p>
            <a:pPr indent="-323850" lvl="1" marL="914400" rtl="0" algn="l">
              <a:spcBef>
                <a:spcPts val="0"/>
              </a:spcBef>
              <a:spcAft>
                <a:spcPts val="0"/>
              </a:spcAft>
              <a:buClr>
                <a:srgbClr val="F5F5F4"/>
              </a:buClr>
              <a:buSzPts val="1500"/>
              <a:buFont typeface="Instrument Sans"/>
              <a:buChar char="○"/>
            </a:pPr>
            <a:r>
              <a:rPr lang="en" sz="1500">
                <a:solidFill>
                  <a:srgbClr val="F5F5F4"/>
                </a:solidFill>
                <a:latin typeface="Instrument Sans"/>
                <a:ea typeface="Instrument Sans"/>
                <a:cs typeface="Instrument Sans"/>
                <a:sym typeface="Instrument Sans"/>
              </a:rPr>
              <a:t>Prevents invalid interactions</a:t>
            </a:r>
            <a:endParaRPr sz="1500">
              <a:solidFill>
                <a:srgbClr val="F5F5F4"/>
              </a:solidFill>
              <a:latin typeface="Instrument Sans"/>
              <a:ea typeface="Instrument Sans"/>
              <a:cs typeface="Instrument Sans"/>
              <a:sym typeface="Instrument Sans"/>
            </a:endParaRPr>
          </a:p>
        </p:txBody>
      </p:sp>
      <p:sp>
        <p:nvSpPr>
          <p:cNvPr id="469" name="Google Shape;469;p64"/>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70" name="Google Shape;470;p64"/>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71" name="Google Shape;471;p64" title="FruityTech_Studio_Logo_no_bg.png"/>
          <p:cNvPicPr preferRelativeResize="0"/>
          <p:nvPr/>
        </p:nvPicPr>
        <p:blipFill>
          <a:blip r:embed="rId3">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75" name="Shape 475"/>
        <p:cNvGrpSpPr/>
        <p:nvPr/>
      </p:nvGrpSpPr>
      <p:grpSpPr>
        <a:xfrm>
          <a:off x="0" y="0"/>
          <a:ext cx="0" cy="0"/>
          <a:chOff x="0" y="0"/>
          <a:chExt cx="0" cy="0"/>
        </a:xfrm>
      </p:grpSpPr>
      <p:sp>
        <p:nvSpPr>
          <p:cNvPr id="476" name="Google Shape;476;p65"/>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User Interface Design</a:t>
            </a:r>
            <a:endParaRPr b="0" sz="3500">
              <a:latin typeface="Instrument Sans SemiBold"/>
              <a:ea typeface="Instrument Sans SemiBold"/>
              <a:cs typeface="Instrument Sans SemiBold"/>
              <a:sym typeface="Instrument Sans SemiBold"/>
            </a:endParaRPr>
          </a:p>
        </p:txBody>
      </p:sp>
      <p:sp>
        <p:nvSpPr>
          <p:cNvPr id="477" name="Google Shape;477;p65"/>
          <p:cNvSpPr txBox="1"/>
          <p:nvPr>
            <p:ph idx="1" type="body"/>
          </p:nvPr>
        </p:nvSpPr>
        <p:spPr>
          <a:xfrm>
            <a:off x="5029400" y="1088450"/>
            <a:ext cx="3885900" cy="3267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F5F5F4"/>
              </a:buClr>
              <a:buSzPts val="2000"/>
              <a:buFont typeface="Instrument Sans"/>
              <a:buChar char="●"/>
            </a:pPr>
            <a:r>
              <a:rPr lang="en" sz="2000">
                <a:solidFill>
                  <a:srgbClr val="F5F5F4"/>
                </a:solidFill>
                <a:latin typeface="Instrument Sans"/>
                <a:ea typeface="Instrument Sans"/>
                <a:cs typeface="Instrument Sans"/>
                <a:sym typeface="Instrument Sans"/>
              </a:rPr>
              <a:t>Toolbar controls</a:t>
            </a:r>
            <a:endParaRPr sz="20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000">
              <a:solidFill>
                <a:srgbClr val="F5F5F4"/>
              </a:solidFill>
              <a:latin typeface="Instrument Sans"/>
              <a:ea typeface="Instrument Sans"/>
              <a:cs typeface="Instrument Sans"/>
              <a:sym typeface="Instrument Sans"/>
            </a:endParaRPr>
          </a:p>
          <a:p>
            <a:pPr indent="-355600" lvl="0" marL="457200" rtl="0" algn="l">
              <a:spcBef>
                <a:spcPts val="0"/>
              </a:spcBef>
              <a:spcAft>
                <a:spcPts val="0"/>
              </a:spcAft>
              <a:buClr>
                <a:srgbClr val="F5F5F4"/>
              </a:buClr>
              <a:buSzPts val="2000"/>
              <a:buFont typeface="Instrument Sans"/>
              <a:buChar char="●"/>
            </a:pPr>
            <a:r>
              <a:rPr lang="en" sz="2000">
                <a:solidFill>
                  <a:srgbClr val="F5F5F4"/>
                </a:solidFill>
                <a:latin typeface="Instrument Sans"/>
                <a:ea typeface="Instrument Sans"/>
                <a:cs typeface="Instrument Sans"/>
                <a:sym typeface="Instrument Sans"/>
              </a:rPr>
              <a:t>Drag-and-drop sound palette</a:t>
            </a:r>
            <a:endParaRPr sz="20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000">
              <a:solidFill>
                <a:srgbClr val="F5F5F4"/>
              </a:solidFill>
              <a:latin typeface="Instrument Sans"/>
              <a:ea typeface="Instrument Sans"/>
              <a:cs typeface="Instrument Sans"/>
              <a:sym typeface="Instrument Sans"/>
            </a:endParaRPr>
          </a:p>
          <a:p>
            <a:pPr indent="-355600" lvl="0" marL="457200" rtl="0" algn="l">
              <a:spcBef>
                <a:spcPts val="0"/>
              </a:spcBef>
              <a:spcAft>
                <a:spcPts val="0"/>
              </a:spcAft>
              <a:buClr>
                <a:srgbClr val="F5F5F4"/>
              </a:buClr>
              <a:buSzPts val="2000"/>
              <a:buFont typeface="Instrument Sans"/>
              <a:buChar char="●"/>
            </a:pPr>
            <a:r>
              <a:rPr lang="en" sz="2000">
                <a:solidFill>
                  <a:srgbClr val="F5F5F4"/>
                </a:solidFill>
                <a:latin typeface="Instrument Sans"/>
                <a:ea typeface="Instrument Sans"/>
                <a:cs typeface="Instrument Sans"/>
                <a:sym typeface="Instrument Sans"/>
              </a:rPr>
              <a:t>Piano roll sandbox</a:t>
            </a:r>
            <a:endParaRPr sz="20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000">
              <a:solidFill>
                <a:srgbClr val="F5F5F4"/>
              </a:solidFill>
              <a:latin typeface="Instrument Sans"/>
              <a:ea typeface="Instrument Sans"/>
              <a:cs typeface="Instrument Sans"/>
              <a:sym typeface="Instrument Sans"/>
            </a:endParaRPr>
          </a:p>
          <a:p>
            <a:pPr indent="-355600" lvl="0" marL="457200" rtl="0" algn="l">
              <a:spcBef>
                <a:spcPts val="0"/>
              </a:spcBef>
              <a:spcAft>
                <a:spcPts val="0"/>
              </a:spcAft>
              <a:buClr>
                <a:srgbClr val="F5F5F4"/>
              </a:buClr>
              <a:buSzPts val="2000"/>
              <a:buFont typeface="Instrument Sans"/>
              <a:buChar char="●"/>
            </a:pPr>
            <a:r>
              <a:rPr lang="en" sz="2000">
                <a:solidFill>
                  <a:srgbClr val="F5F5F4"/>
                </a:solidFill>
                <a:latin typeface="Instrument Sans"/>
                <a:ea typeface="Instrument Sans"/>
                <a:cs typeface="Instrument Sans"/>
                <a:sym typeface="Instrument Sans"/>
              </a:rPr>
              <a:t>Timeline &amp; track view</a:t>
            </a:r>
            <a:endParaRPr sz="20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2000">
              <a:solidFill>
                <a:srgbClr val="F5F5F4"/>
              </a:solidFill>
              <a:latin typeface="Instrument Sans"/>
              <a:ea typeface="Instrument Sans"/>
              <a:cs typeface="Instrument Sans"/>
              <a:sym typeface="Instrument Sans"/>
            </a:endParaRPr>
          </a:p>
          <a:p>
            <a:pPr indent="-355600" lvl="0" marL="457200" rtl="0" algn="l">
              <a:spcBef>
                <a:spcPts val="0"/>
              </a:spcBef>
              <a:spcAft>
                <a:spcPts val="0"/>
              </a:spcAft>
              <a:buClr>
                <a:srgbClr val="F5F5F4"/>
              </a:buClr>
              <a:buSzPts val="2000"/>
              <a:buFont typeface="Instrument Sans"/>
              <a:buChar char="●"/>
            </a:pPr>
            <a:r>
              <a:rPr lang="en" sz="2000">
                <a:solidFill>
                  <a:srgbClr val="F5F5F4"/>
                </a:solidFill>
                <a:latin typeface="Instrument Sans"/>
                <a:ea typeface="Instrument Sans"/>
                <a:cs typeface="Instrument Sans"/>
                <a:sym typeface="Instrument Sans"/>
              </a:rPr>
              <a:t>Educational hint popups</a:t>
            </a:r>
            <a:endParaRPr sz="2000">
              <a:solidFill>
                <a:srgbClr val="F5F5F4"/>
              </a:solidFill>
              <a:latin typeface="Instrument Sans"/>
              <a:ea typeface="Instrument Sans"/>
              <a:cs typeface="Instrument Sans"/>
              <a:sym typeface="Instrument Sans"/>
            </a:endParaRPr>
          </a:p>
        </p:txBody>
      </p:sp>
      <p:pic>
        <p:nvPicPr>
          <p:cNvPr id="478" name="Google Shape;478;p65" title="Desktop - Main Sandbox.png"/>
          <p:cNvPicPr preferRelativeResize="0"/>
          <p:nvPr/>
        </p:nvPicPr>
        <p:blipFill rotWithShape="1">
          <a:blip r:embed="rId3">
            <a:alphaModFix/>
          </a:blip>
          <a:srcRect b="0" l="0" r="0" t="0"/>
          <a:stretch/>
        </p:blipFill>
        <p:spPr>
          <a:xfrm>
            <a:off x="228600" y="1088449"/>
            <a:ext cx="4595076" cy="3267599"/>
          </a:xfrm>
          <a:prstGeom prst="rect">
            <a:avLst/>
          </a:prstGeom>
          <a:noFill/>
          <a:ln>
            <a:noFill/>
          </a:ln>
        </p:spPr>
      </p:pic>
      <p:pic>
        <p:nvPicPr>
          <p:cNvPr id="479" name="Google Shape;479;p65" title="Desktop - Main Sandbox W Popup.png"/>
          <p:cNvPicPr preferRelativeResize="0"/>
          <p:nvPr/>
        </p:nvPicPr>
        <p:blipFill rotWithShape="1">
          <a:blip r:embed="rId4">
            <a:alphaModFix/>
          </a:blip>
          <a:srcRect b="0" l="0" r="0" t="0"/>
          <a:stretch/>
        </p:blipFill>
        <p:spPr>
          <a:xfrm>
            <a:off x="228588" y="1088449"/>
            <a:ext cx="4595076" cy="3267599"/>
          </a:xfrm>
          <a:prstGeom prst="rect">
            <a:avLst/>
          </a:prstGeom>
          <a:noFill/>
          <a:ln>
            <a:noFill/>
          </a:ln>
        </p:spPr>
      </p:pic>
      <p:sp>
        <p:nvSpPr>
          <p:cNvPr id="480" name="Google Shape;480;p65"/>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81" name="Google Shape;481;p65"/>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82" name="Google Shape;482;p65" title="FruityTech_Studio_Logo_no_bg.png"/>
          <p:cNvPicPr preferRelativeResize="0"/>
          <p:nvPr/>
        </p:nvPicPr>
        <p:blipFill>
          <a:blip r:embed="rId5">
            <a:alphaModFix/>
          </a:blip>
          <a:stretch>
            <a:fillRect/>
          </a:stretch>
        </p:blipFill>
        <p:spPr>
          <a:xfrm>
            <a:off x="8367475" y="4601410"/>
            <a:ext cx="498127" cy="4981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0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86" name="Shape 486"/>
        <p:cNvGrpSpPr/>
        <p:nvPr/>
      </p:nvGrpSpPr>
      <p:grpSpPr>
        <a:xfrm>
          <a:off x="0" y="0"/>
          <a:ext cx="0" cy="0"/>
          <a:chOff x="0" y="0"/>
          <a:chExt cx="0" cy="0"/>
        </a:xfrm>
      </p:grpSpPr>
      <p:sp>
        <p:nvSpPr>
          <p:cNvPr id="487" name="Google Shape;487;p66"/>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Educational Design</a:t>
            </a:r>
            <a:endParaRPr b="0" sz="3500">
              <a:latin typeface="Instrument Sans SemiBold"/>
              <a:ea typeface="Instrument Sans SemiBold"/>
              <a:cs typeface="Instrument Sans SemiBold"/>
              <a:sym typeface="Instrument Sans SemiBold"/>
            </a:endParaRPr>
          </a:p>
        </p:txBody>
      </p:sp>
      <p:sp>
        <p:nvSpPr>
          <p:cNvPr id="488" name="Google Shape;488;p66"/>
          <p:cNvSpPr txBox="1"/>
          <p:nvPr>
            <p:ph idx="1" type="body"/>
          </p:nvPr>
        </p:nvSpPr>
        <p:spPr>
          <a:xfrm>
            <a:off x="228600" y="1088450"/>
            <a:ext cx="8618400" cy="3558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5F5F4"/>
              </a:buClr>
              <a:buSzPts val="1400"/>
              <a:buFont typeface="Instrument Sans Medium"/>
              <a:buChar char="●"/>
            </a:pPr>
            <a:r>
              <a:rPr lang="en" sz="1400">
                <a:solidFill>
                  <a:srgbClr val="F5F5F4"/>
                </a:solidFill>
                <a:latin typeface="Instrument Sans Medium"/>
                <a:ea typeface="Instrument Sans Medium"/>
                <a:cs typeface="Instrument Sans Medium"/>
                <a:sym typeface="Instrument Sans Medium"/>
              </a:rPr>
              <a:t>Learning through interaction</a:t>
            </a:r>
            <a:endParaRPr sz="1400">
              <a:solidFill>
                <a:srgbClr val="F5F5F4"/>
              </a:solidFill>
              <a:latin typeface="Instrument Sans Medium"/>
              <a:ea typeface="Instrument Sans Medium"/>
              <a:cs typeface="Instrument Sans Medium"/>
              <a:sym typeface="Instrument Sans Medium"/>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Concepts taught by doing, not reading</a:t>
            </a:r>
            <a:endParaRPr sz="14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400">
              <a:solidFill>
                <a:srgbClr val="F5F5F4"/>
              </a:solidFill>
              <a:latin typeface="Instrument Sans"/>
              <a:ea typeface="Instrument Sans"/>
              <a:cs typeface="Instrument Sans"/>
              <a:sym typeface="Instrument Sans"/>
            </a:endParaRPr>
          </a:p>
          <a:p>
            <a:pPr indent="-317500" lvl="0" marL="457200" rtl="0" algn="l">
              <a:spcBef>
                <a:spcPts val="0"/>
              </a:spcBef>
              <a:spcAft>
                <a:spcPts val="0"/>
              </a:spcAft>
              <a:buClr>
                <a:srgbClr val="F5F5F4"/>
              </a:buClr>
              <a:buSzPts val="1400"/>
              <a:buFont typeface="Instrument Sans Medium"/>
              <a:buChar char="●"/>
            </a:pPr>
            <a:r>
              <a:rPr lang="en" sz="1400">
                <a:solidFill>
                  <a:srgbClr val="F5F5F4"/>
                </a:solidFill>
                <a:latin typeface="Instrument Sans Medium"/>
                <a:ea typeface="Instrument Sans Medium"/>
                <a:cs typeface="Instrument Sans Medium"/>
                <a:sym typeface="Instrument Sans Medium"/>
              </a:rPr>
              <a:t>Contextual educational hint popups</a:t>
            </a:r>
            <a:endParaRPr sz="1400">
              <a:solidFill>
                <a:srgbClr val="F5F5F4"/>
              </a:solidFill>
              <a:latin typeface="Instrument Sans Medium"/>
              <a:ea typeface="Instrument Sans Medium"/>
              <a:cs typeface="Instrument Sans Medium"/>
              <a:sym typeface="Instrument Sans Medium"/>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Appear based on user actions</a:t>
            </a:r>
            <a:endParaRPr sz="14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400">
              <a:solidFill>
                <a:srgbClr val="F5F5F4"/>
              </a:solidFill>
              <a:latin typeface="Instrument Sans"/>
              <a:ea typeface="Instrument Sans"/>
              <a:cs typeface="Instrument Sans"/>
              <a:sym typeface="Instrument Sans"/>
            </a:endParaRPr>
          </a:p>
          <a:p>
            <a:pPr indent="-317500" lvl="0" marL="457200" rtl="0" algn="l">
              <a:spcBef>
                <a:spcPts val="0"/>
              </a:spcBef>
              <a:spcAft>
                <a:spcPts val="0"/>
              </a:spcAft>
              <a:buClr>
                <a:srgbClr val="F5F5F4"/>
              </a:buClr>
              <a:buSzPts val="1400"/>
              <a:buFont typeface="Instrument Sans Medium"/>
              <a:buChar char="●"/>
            </a:pPr>
            <a:r>
              <a:rPr lang="en" sz="1400">
                <a:solidFill>
                  <a:srgbClr val="F5F5F4"/>
                </a:solidFill>
                <a:latin typeface="Instrument Sans Medium"/>
                <a:ea typeface="Instrument Sans Medium"/>
                <a:cs typeface="Instrument Sans Medium"/>
                <a:sym typeface="Instrument Sans Medium"/>
              </a:rPr>
              <a:t>Beginner concepts</a:t>
            </a:r>
            <a:endParaRPr sz="1400">
              <a:solidFill>
                <a:srgbClr val="F5F5F4"/>
              </a:solidFill>
              <a:latin typeface="Instrument Sans Medium"/>
              <a:ea typeface="Instrument Sans Medium"/>
              <a:cs typeface="Instrument Sans Medium"/>
              <a:sym typeface="Instrument Sans Medium"/>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Looping and repetition</a:t>
            </a:r>
            <a:endParaRPr sz="1400">
              <a:solidFill>
                <a:srgbClr val="F5F5F4"/>
              </a:solidFill>
              <a:latin typeface="Instrument Sans"/>
              <a:ea typeface="Instrument Sans"/>
              <a:cs typeface="Instrument Sans"/>
              <a:sym typeface="Instrument Sans"/>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Tempo and timing</a:t>
            </a:r>
            <a:endParaRPr sz="1400">
              <a:solidFill>
                <a:srgbClr val="F5F5F4"/>
              </a:solidFill>
              <a:latin typeface="Instrument Sans"/>
              <a:ea typeface="Instrument Sans"/>
              <a:cs typeface="Instrument Sans"/>
              <a:sym typeface="Instrument Sans"/>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Layering sounds</a:t>
            </a:r>
            <a:endParaRPr sz="1400">
              <a:solidFill>
                <a:srgbClr val="F5F5F4"/>
              </a:solidFill>
              <a:latin typeface="Instrument Sans"/>
              <a:ea typeface="Instrument Sans"/>
              <a:cs typeface="Instrument Sans"/>
              <a:sym typeface="Instrument Sans"/>
            </a:endParaRPr>
          </a:p>
          <a:p>
            <a:pPr indent="0" lvl="0" marL="0" rtl="0" algn="l">
              <a:spcBef>
                <a:spcPts val="0"/>
              </a:spcBef>
              <a:spcAft>
                <a:spcPts val="0"/>
              </a:spcAft>
              <a:buNone/>
            </a:pPr>
            <a:r>
              <a:t/>
            </a:r>
            <a:endParaRPr sz="1400">
              <a:solidFill>
                <a:srgbClr val="F5F5F4"/>
              </a:solidFill>
              <a:latin typeface="Instrument Sans"/>
              <a:ea typeface="Instrument Sans"/>
              <a:cs typeface="Instrument Sans"/>
              <a:sym typeface="Instrument Sans"/>
            </a:endParaRPr>
          </a:p>
          <a:p>
            <a:pPr indent="-317500" lvl="0" marL="457200" rtl="0" algn="l">
              <a:spcBef>
                <a:spcPts val="0"/>
              </a:spcBef>
              <a:spcAft>
                <a:spcPts val="0"/>
              </a:spcAft>
              <a:buClr>
                <a:srgbClr val="F5F5F4"/>
              </a:buClr>
              <a:buSzPts val="1400"/>
              <a:buFont typeface="Instrument Sans Medium"/>
              <a:buChar char="●"/>
            </a:pPr>
            <a:r>
              <a:rPr lang="en" sz="1400">
                <a:solidFill>
                  <a:srgbClr val="F5F5F4"/>
                </a:solidFill>
                <a:latin typeface="Instrument Sans Medium"/>
                <a:ea typeface="Instrument Sans Medium"/>
                <a:cs typeface="Instrument Sans Medium"/>
                <a:sym typeface="Instrument Sans Medium"/>
              </a:rPr>
              <a:t>Advanced concepts</a:t>
            </a:r>
            <a:endParaRPr sz="1400">
              <a:solidFill>
                <a:srgbClr val="F5F5F4"/>
              </a:solidFill>
              <a:latin typeface="Instrument Sans Medium"/>
              <a:ea typeface="Instrument Sans Medium"/>
              <a:cs typeface="Instrument Sans Medium"/>
              <a:sym typeface="Instrument Sans Medium"/>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Rhythm patterns</a:t>
            </a:r>
            <a:endParaRPr sz="1400">
              <a:solidFill>
                <a:srgbClr val="F5F5F4"/>
              </a:solidFill>
              <a:latin typeface="Instrument Sans"/>
              <a:ea typeface="Instrument Sans"/>
              <a:cs typeface="Instrument Sans"/>
              <a:sym typeface="Instrument Sans"/>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Harmony and melodic balance</a:t>
            </a:r>
            <a:endParaRPr sz="1400">
              <a:solidFill>
                <a:srgbClr val="F5F5F4"/>
              </a:solidFill>
              <a:latin typeface="Instrument Sans"/>
              <a:ea typeface="Instrument Sans"/>
              <a:cs typeface="Instrument Sans"/>
              <a:sym typeface="Instrument Sans"/>
            </a:endParaRPr>
          </a:p>
          <a:p>
            <a:pPr indent="-317500" lvl="1" marL="914400" rtl="0" algn="l">
              <a:spcBef>
                <a:spcPts val="0"/>
              </a:spcBef>
              <a:spcAft>
                <a:spcPts val="0"/>
              </a:spcAft>
              <a:buClr>
                <a:srgbClr val="F5F5F4"/>
              </a:buClr>
              <a:buSzPts val="1400"/>
              <a:buFont typeface="Instrument Sans"/>
              <a:buChar char="○"/>
            </a:pPr>
            <a:r>
              <a:rPr lang="en" sz="1400">
                <a:solidFill>
                  <a:srgbClr val="F5F5F4"/>
                </a:solidFill>
                <a:latin typeface="Instrument Sans"/>
                <a:ea typeface="Instrument Sans"/>
                <a:cs typeface="Instrument Sans"/>
                <a:sym typeface="Instrument Sans"/>
              </a:rPr>
              <a:t>Mixing basics (volume, mute, solo)</a:t>
            </a:r>
            <a:endParaRPr sz="1400">
              <a:solidFill>
                <a:srgbClr val="F5F5F4"/>
              </a:solidFill>
              <a:latin typeface="Instrument Sans"/>
              <a:ea typeface="Instrument Sans"/>
              <a:cs typeface="Instrument Sans"/>
              <a:sym typeface="Instrument Sans"/>
            </a:endParaRPr>
          </a:p>
        </p:txBody>
      </p:sp>
      <p:sp>
        <p:nvSpPr>
          <p:cNvPr id="489" name="Google Shape;489;p66"/>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490" name="Google Shape;490;p66"/>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491" name="Google Shape;491;p66" title="FruityTech_Studio_Logo_no_bg.png"/>
          <p:cNvPicPr preferRelativeResize="0"/>
          <p:nvPr/>
        </p:nvPicPr>
        <p:blipFill>
          <a:blip r:embed="rId3">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495" name="Shape 495"/>
        <p:cNvGrpSpPr/>
        <p:nvPr/>
      </p:nvGrpSpPr>
      <p:grpSpPr>
        <a:xfrm>
          <a:off x="0" y="0"/>
          <a:ext cx="0" cy="0"/>
          <a:chOff x="0" y="0"/>
          <a:chExt cx="0" cy="0"/>
        </a:xfrm>
      </p:grpSpPr>
      <p:sp>
        <p:nvSpPr>
          <p:cNvPr id="496" name="Google Shape;496;p67"/>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Testing &amp; Evaluation</a:t>
            </a:r>
            <a:endParaRPr b="0" sz="3500">
              <a:latin typeface="Instrument Sans SemiBold"/>
              <a:ea typeface="Instrument Sans SemiBold"/>
              <a:cs typeface="Instrument Sans SemiBold"/>
              <a:sym typeface="Instrument Sans SemiBold"/>
            </a:endParaRPr>
          </a:p>
        </p:txBody>
      </p:sp>
      <p:sp>
        <p:nvSpPr>
          <p:cNvPr id="497" name="Google Shape;497;p67"/>
          <p:cNvSpPr txBox="1"/>
          <p:nvPr>
            <p:ph idx="1" type="body"/>
          </p:nvPr>
        </p:nvSpPr>
        <p:spPr>
          <a:xfrm>
            <a:off x="228600" y="1088450"/>
            <a:ext cx="4233900" cy="3433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Unit Tests</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Core logic and timing </a:t>
            </a:r>
            <a:endParaRPr sz="16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Integration Tests</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Full functionality testing/full workflows </a:t>
            </a:r>
            <a:endParaRPr sz="16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Sync &amp; Stress Tests</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Program performance/long playback</a:t>
            </a:r>
            <a:endParaRPr sz="1600">
              <a:solidFill>
                <a:srgbClr val="F5F5F4"/>
              </a:solidFill>
              <a:latin typeface="Instrument Sans"/>
              <a:ea typeface="Instrument Sans"/>
              <a:cs typeface="Instrument Sans"/>
              <a:sym typeface="Instrument Sans"/>
            </a:endParaRPr>
          </a:p>
          <a:p>
            <a:pPr indent="0" lvl="0" marL="45720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Usability Playtest</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Use cases </a:t>
            </a:r>
            <a:endParaRPr sz="1600">
              <a:solidFill>
                <a:srgbClr val="F5F5F4"/>
              </a:solidFill>
              <a:latin typeface="Instrument Sans"/>
              <a:ea typeface="Instrument Sans"/>
              <a:cs typeface="Instrument Sans"/>
              <a:sym typeface="Instrument Sans"/>
            </a:endParaRPr>
          </a:p>
        </p:txBody>
      </p:sp>
      <p:pic>
        <p:nvPicPr>
          <p:cNvPr id="498" name="Google Shape;498;p67"/>
          <p:cNvPicPr preferRelativeResize="0"/>
          <p:nvPr/>
        </p:nvPicPr>
        <p:blipFill>
          <a:blip r:embed="rId3">
            <a:alphaModFix/>
          </a:blip>
          <a:stretch>
            <a:fillRect/>
          </a:stretch>
        </p:blipFill>
        <p:spPr>
          <a:xfrm>
            <a:off x="4661250" y="1322100"/>
            <a:ext cx="4233900" cy="2381561"/>
          </a:xfrm>
          <a:prstGeom prst="rect">
            <a:avLst/>
          </a:prstGeom>
          <a:noFill/>
          <a:ln>
            <a:noFill/>
          </a:ln>
        </p:spPr>
      </p:pic>
      <p:sp>
        <p:nvSpPr>
          <p:cNvPr id="499" name="Google Shape;499;p67"/>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500" name="Google Shape;500;p67"/>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501" name="Google Shape;501;p67" title="FruityTech_Studio_Logo_no_bg.png"/>
          <p:cNvPicPr preferRelativeResize="0"/>
          <p:nvPr/>
        </p:nvPicPr>
        <p:blipFill>
          <a:blip r:embed="rId4">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505" name="Shape 505"/>
        <p:cNvGrpSpPr/>
        <p:nvPr/>
      </p:nvGrpSpPr>
      <p:grpSpPr>
        <a:xfrm>
          <a:off x="0" y="0"/>
          <a:ext cx="0" cy="0"/>
          <a:chOff x="0" y="0"/>
          <a:chExt cx="0" cy="0"/>
        </a:xfrm>
      </p:grpSpPr>
      <p:sp>
        <p:nvSpPr>
          <p:cNvPr id="506" name="Google Shape;506;p68"/>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Primary Use Cases</a:t>
            </a:r>
            <a:endParaRPr b="0" sz="3500">
              <a:latin typeface="Instrument Sans SemiBold"/>
              <a:ea typeface="Instrument Sans SemiBold"/>
              <a:cs typeface="Instrument Sans SemiBold"/>
              <a:sym typeface="Instrument Sans SemiBold"/>
            </a:endParaRPr>
          </a:p>
        </p:txBody>
      </p:sp>
      <p:pic>
        <p:nvPicPr>
          <p:cNvPr id="507" name="Google Shape;507;p68"/>
          <p:cNvPicPr preferRelativeResize="0"/>
          <p:nvPr/>
        </p:nvPicPr>
        <p:blipFill>
          <a:blip r:embed="rId3">
            <a:alphaModFix/>
          </a:blip>
          <a:stretch>
            <a:fillRect/>
          </a:stretch>
        </p:blipFill>
        <p:spPr>
          <a:xfrm>
            <a:off x="90825" y="953700"/>
            <a:ext cx="5258326" cy="2959075"/>
          </a:xfrm>
          <a:prstGeom prst="rect">
            <a:avLst/>
          </a:prstGeom>
          <a:noFill/>
          <a:ln>
            <a:noFill/>
          </a:ln>
        </p:spPr>
      </p:pic>
      <p:pic>
        <p:nvPicPr>
          <p:cNvPr id="508" name="Google Shape;508;p68"/>
          <p:cNvPicPr preferRelativeResize="0"/>
          <p:nvPr/>
        </p:nvPicPr>
        <p:blipFill>
          <a:blip r:embed="rId4">
            <a:alphaModFix/>
          </a:blip>
          <a:stretch>
            <a:fillRect/>
          </a:stretch>
        </p:blipFill>
        <p:spPr>
          <a:xfrm>
            <a:off x="5445575" y="410350"/>
            <a:ext cx="3555726" cy="3818374"/>
          </a:xfrm>
          <a:prstGeom prst="rect">
            <a:avLst/>
          </a:prstGeom>
          <a:noFill/>
          <a:ln>
            <a:noFill/>
          </a:ln>
        </p:spPr>
      </p:pic>
      <p:sp>
        <p:nvSpPr>
          <p:cNvPr id="509" name="Google Shape;509;p68"/>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510" name="Google Shape;510;p68"/>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511" name="Google Shape;511;p68" title="FruityTech_Studio_Logo_no_bg.png"/>
          <p:cNvPicPr preferRelativeResize="0"/>
          <p:nvPr/>
        </p:nvPicPr>
        <p:blipFill>
          <a:blip r:embed="rId5">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515" name="Shape 515"/>
        <p:cNvGrpSpPr/>
        <p:nvPr/>
      </p:nvGrpSpPr>
      <p:grpSpPr>
        <a:xfrm>
          <a:off x="0" y="0"/>
          <a:ext cx="0" cy="0"/>
          <a:chOff x="0" y="0"/>
          <a:chExt cx="0" cy="0"/>
        </a:xfrm>
      </p:grpSpPr>
      <p:sp>
        <p:nvSpPr>
          <p:cNvPr id="516" name="Google Shape;516;p69"/>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Primary Use Cases </a:t>
            </a:r>
            <a:endParaRPr b="0" sz="3500">
              <a:latin typeface="Instrument Sans SemiBold"/>
              <a:ea typeface="Instrument Sans SemiBold"/>
              <a:cs typeface="Instrument Sans SemiBold"/>
              <a:sym typeface="Instrument Sans SemiBold"/>
            </a:endParaRPr>
          </a:p>
        </p:txBody>
      </p:sp>
      <p:pic>
        <p:nvPicPr>
          <p:cNvPr id="517" name="Google Shape;517;p69"/>
          <p:cNvPicPr preferRelativeResize="0"/>
          <p:nvPr/>
        </p:nvPicPr>
        <p:blipFill>
          <a:blip r:embed="rId3">
            <a:alphaModFix/>
          </a:blip>
          <a:stretch>
            <a:fillRect/>
          </a:stretch>
        </p:blipFill>
        <p:spPr>
          <a:xfrm>
            <a:off x="294525" y="958901"/>
            <a:ext cx="7251200" cy="3526675"/>
          </a:xfrm>
          <a:prstGeom prst="rect">
            <a:avLst/>
          </a:prstGeom>
          <a:noFill/>
          <a:ln>
            <a:noFill/>
          </a:ln>
        </p:spPr>
      </p:pic>
      <p:sp>
        <p:nvSpPr>
          <p:cNvPr id="518" name="Google Shape;518;p69"/>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519" name="Google Shape;519;p69"/>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520" name="Google Shape;520;p69" title="FruityTech_Studio_Logo_no_bg.png"/>
          <p:cNvPicPr preferRelativeResize="0"/>
          <p:nvPr/>
        </p:nvPicPr>
        <p:blipFill>
          <a:blip r:embed="rId4">
            <a:alphaModFix/>
          </a:blip>
          <a:stretch>
            <a:fillRect/>
          </a:stretch>
        </p:blipFill>
        <p:spPr>
          <a:xfrm>
            <a:off x="8367475" y="4601410"/>
            <a:ext cx="498127" cy="4981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524" name="Shape 524"/>
        <p:cNvGrpSpPr/>
        <p:nvPr/>
      </p:nvGrpSpPr>
      <p:grpSpPr>
        <a:xfrm>
          <a:off x="0" y="0"/>
          <a:ext cx="0" cy="0"/>
          <a:chOff x="0" y="0"/>
          <a:chExt cx="0" cy="0"/>
        </a:xfrm>
      </p:grpSpPr>
      <p:sp>
        <p:nvSpPr>
          <p:cNvPr id="525" name="Google Shape;525;p70"/>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To prove the problem is solved… </a:t>
            </a:r>
            <a:endParaRPr b="0" sz="3500">
              <a:latin typeface="Instrument Sans SemiBold"/>
              <a:ea typeface="Instrument Sans SemiBold"/>
              <a:cs typeface="Instrument Sans SemiBold"/>
              <a:sym typeface="Instrument Sans SemiBold"/>
            </a:endParaRPr>
          </a:p>
        </p:txBody>
      </p:sp>
      <p:sp>
        <p:nvSpPr>
          <p:cNvPr id="526" name="Google Shape;526;p70"/>
          <p:cNvSpPr txBox="1"/>
          <p:nvPr>
            <p:ph idx="1" type="body"/>
          </p:nvPr>
        </p:nvSpPr>
        <p:spPr>
          <a:xfrm>
            <a:off x="4996725" y="1089425"/>
            <a:ext cx="3918600" cy="326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5F5F4"/>
                </a:solidFill>
                <a:latin typeface="Instrument Sans"/>
                <a:ea typeface="Instrument Sans"/>
                <a:cs typeface="Instrument Sans"/>
                <a:sym typeface="Instrument Sans"/>
              </a:rPr>
              <a:t>… as well as code debugging, code </a:t>
            </a:r>
            <a:r>
              <a:rPr lang="en" sz="2100">
                <a:solidFill>
                  <a:srgbClr val="F5F5F4"/>
                </a:solidFill>
                <a:latin typeface="Instrument Sans"/>
                <a:ea typeface="Instrument Sans"/>
                <a:cs typeface="Instrument Sans"/>
                <a:sym typeface="Instrument Sans"/>
              </a:rPr>
              <a:t>functionality</a:t>
            </a:r>
            <a:r>
              <a:rPr lang="en" sz="2100">
                <a:solidFill>
                  <a:srgbClr val="F5F5F4"/>
                </a:solidFill>
                <a:latin typeface="Instrument Sans"/>
                <a:ea typeface="Instrument Sans"/>
                <a:cs typeface="Instrument Sans"/>
                <a:sym typeface="Instrument Sans"/>
              </a:rPr>
              <a:t> and </a:t>
            </a:r>
            <a:r>
              <a:rPr lang="en" sz="2100">
                <a:solidFill>
                  <a:srgbClr val="F5F5F4"/>
                </a:solidFill>
                <a:latin typeface="Instrument Sans"/>
                <a:ea typeface="Instrument Sans"/>
                <a:cs typeface="Instrument Sans"/>
                <a:sym typeface="Instrument Sans"/>
              </a:rPr>
              <a:t>effectiveness</a:t>
            </a:r>
            <a:r>
              <a:rPr lang="en" sz="2100">
                <a:solidFill>
                  <a:srgbClr val="F5F5F4"/>
                </a:solidFill>
                <a:latin typeface="Instrument Sans"/>
                <a:ea typeface="Instrument Sans"/>
                <a:cs typeface="Instrument Sans"/>
                <a:sym typeface="Instrument Sans"/>
              </a:rPr>
              <a:t> </a:t>
            </a:r>
            <a:endParaRPr sz="2100">
              <a:solidFill>
                <a:srgbClr val="F5F5F4"/>
              </a:solidFill>
              <a:latin typeface="Instrument Sans"/>
              <a:ea typeface="Instrument Sans"/>
              <a:cs typeface="Instrument Sans"/>
              <a:sym typeface="Instrument Sans"/>
            </a:endParaRPr>
          </a:p>
        </p:txBody>
      </p:sp>
      <p:pic>
        <p:nvPicPr>
          <p:cNvPr id="527" name="Google Shape;527;p70"/>
          <p:cNvPicPr preferRelativeResize="0"/>
          <p:nvPr/>
        </p:nvPicPr>
        <p:blipFill>
          <a:blip r:embed="rId3">
            <a:alphaModFix/>
          </a:blip>
          <a:stretch>
            <a:fillRect/>
          </a:stretch>
        </p:blipFill>
        <p:spPr>
          <a:xfrm>
            <a:off x="228588" y="1090563"/>
            <a:ext cx="4599433" cy="3264407"/>
          </a:xfrm>
          <a:prstGeom prst="rect">
            <a:avLst/>
          </a:prstGeom>
          <a:noFill/>
          <a:ln>
            <a:noFill/>
          </a:ln>
        </p:spPr>
      </p:pic>
      <p:sp>
        <p:nvSpPr>
          <p:cNvPr id="528" name="Google Shape;528;p70"/>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529" name="Google Shape;529;p70"/>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530" name="Google Shape;530;p70" title="FruityTech_Studio_Logo_no_bg.png"/>
          <p:cNvPicPr preferRelativeResize="0"/>
          <p:nvPr/>
        </p:nvPicPr>
        <p:blipFill>
          <a:blip r:embed="rId4">
            <a:alphaModFix/>
          </a:blip>
          <a:stretch>
            <a:fillRect/>
          </a:stretch>
        </p:blipFill>
        <p:spPr>
          <a:xfrm>
            <a:off x="8367475" y="4601410"/>
            <a:ext cx="498127" cy="4981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C34"/>
        </a:solidFill>
      </p:bgPr>
    </p:bg>
    <p:spTree>
      <p:nvGrpSpPr>
        <p:cNvPr id="534" name="Shape 534"/>
        <p:cNvGrpSpPr/>
        <p:nvPr/>
      </p:nvGrpSpPr>
      <p:grpSpPr>
        <a:xfrm>
          <a:off x="0" y="0"/>
          <a:ext cx="0" cy="0"/>
          <a:chOff x="0" y="0"/>
          <a:chExt cx="0" cy="0"/>
        </a:xfrm>
      </p:grpSpPr>
      <p:sp>
        <p:nvSpPr>
          <p:cNvPr id="535" name="Google Shape;535;p71"/>
          <p:cNvSpPr txBox="1"/>
          <p:nvPr>
            <p:ph type="title"/>
          </p:nvPr>
        </p:nvSpPr>
        <p:spPr>
          <a:xfrm>
            <a:off x="228600" y="3810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500">
                <a:latin typeface="Instrument Sans SemiBold"/>
                <a:ea typeface="Instrument Sans SemiBold"/>
                <a:cs typeface="Instrument Sans SemiBold"/>
                <a:sym typeface="Instrument Sans SemiBold"/>
              </a:rPr>
              <a:t>Tools </a:t>
            </a:r>
            <a:endParaRPr b="0" sz="3500">
              <a:latin typeface="Instrument Sans SemiBold"/>
              <a:ea typeface="Instrument Sans SemiBold"/>
              <a:cs typeface="Instrument Sans SemiBold"/>
              <a:sym typeface="Instrument Sans SemiBold"/>
            </a:endParaRPr>
          </a:p>
        </p:txBody>
      </p:sp>
      <p:sp>
        <p:nvSpPr>
          <p:cNvPr id="536" name="Google Shape;536;p71"/>
          <p:cNvSpPr txBox="1"/>
          <p:nvPr>
            <p:ph idx="1" type="body"/>
          </p:nvPr>
        </p:nvSpPr>
        <p:spPr>
          <a:xfrm>
            <a:off x="228600" y="1088450"/>
            <a:ext cx="8686800" cy="3267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Issue Tracking &amp; Project Management</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GitHub Project</a:t>
            </a:r>
            <a:endParaRPr sz="1600">
              <a:solidFill>
                <a:srgbClr val="F5F5F4"/>
              </a:solidFill>
              <a:latin typeface="Instrument Sans"/>
              <a:ea typeface="Instrument Sans"/>
              <a:cs typeface="Instrument Sans"/>
              <a:sym typeface="Instrument Sans"/>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Github Issues</a:t>
            </a:r>
            <a:endParaRPr sz="1600">
              <a:solidFill>
                <a:srgbClr val="F5F5F4"/>
              </a:solidFill>
              <a:latin typeface="Instrument Sans"/>
              <a:ea typeface="Instrument Sans"/>
              <a:cs typeface="Instrument Sans"/>
              <a:sym typeface="Instrument Sans"/>
            </a:endParaRPr>
          </a:p>
          <a:p>
            <a:pPr indent="0" lvl="0" marL="91440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Validation and testing tools</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Unity Test Framework </a:t>
            </a:r>
            <a:endParaRPr sz="1600">
              <a:solidFill>
                <a:srgbClr val="F5F5F4"/>
              </a:solidFill>
              <a:latin typeface="Instrument Sans"/>
              <a:ea typeface="Instrument Sans"/>
              <a:cs typeface="Instrument Sans"/>
              <a:sym typeface="Instrument Sans"/>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Unity Profiler </a:t>
            </a:r>
            <a:endParaRPr sz="1600">
              <a:solidFill>
                <a:srgbClr val="F5F5F4"/>
              </a:solidFill>
              <a:latin typeface="Instrument Sans"/>
              <a:ea typeface="Instrument Sans"/>
              <a:cs typeface="Instrument Sans"/>
              <a:sym typeface="Instrument Sans"/>
            </a:endParaRPr>
          </a:p>
          <a:p>
            <a:pPr indent="0" lvl="0" marL="914400" rtl="0" algn="l">
              <a:spcBef>
                <a:spcPts val="0"/>
              </a:spcBef>
              <a:spcAft>
                <a:spcPts val="0"/>
              </a:spcAft>
              <a:buNone/>
            </a:pPr>
            <a:r>
              <a:t/>
            </a:r>
            <a:endParaRPr sz="1600">
              <a:solidFill>
                <a:srgbClr val="F5F5F4"/>
              </a:solidFill>
              <a:latin typeface="Instrument Sans"/>
              <a:ea typeface="Instrument Sans"/>
              <a:cs typeface="Instrument Sans"/>
              <a:sym typeface="Instrument Sans"/>
            </a:endParaRPr>
          </a:p>
          <a:p>
            <a:pPr indent="-330200" lvl="0" marL="457200" rtl="0" algn="l">
              <a:spcBef>
                <a:spcPts val="0"/>
              </a:spcBef>
              <a:spcAft>
                <a:spcPts val="0"/>
              </a:spcAft>
              <a:buClr>
                <a:srgbClr val="F5F5F4"/>
              </a:buClr>
              <a:buSzPts val="1600"/>
              <a:buFont typeface="Instrument Sans Medium"/>
              <a:buChar char="●"/>
            </a:pPr>
            <a:r>
              <a:rPr lang="en" sz="1600">
                <a:solidFill>
                  <a:srgbClr val="F5F5F4"/>
                </a:solidFill>
                <a:latin typeface="Instrument Sans Medium"/>
                <a:ea typeface="Instrument Sans Medium"/>
                <a:cs typeface="Instrument Sans Medium"/>
                <a:sym typeface="Instrument Sans Medium"/>
              </a:rPr>
              <a:t>Usability &amp; Documentation/Feedback</a:t>
            </a:r>
            <a:endParaRPr sz="1600">
              <a:solidFill>
                <a:srgbClr val="F5F5F4"/>
              </a:solidFill>
              <a:latin typeface="Instrument Sans Medium"/>
              <a:ea typeface="Instrument Sans Medium"/>
              <a:cs typeface="Instrument Sans Medium"/>
              <a:sym typeface="Instrument Sans Medium"/>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Google Docs</a:t>
            </a:r>
            <a:endParaRPr sz="1600">
              <a:solidFill>
                <a:srgbClr val="F5F5F4"/>
              </a:solidFill>
              <a:latin typeface="Instrument Sans"/>
              <a:ea typeface="Instrument Sans"/>
              <a:cs typeface="Instrument Sans"/>
              <a:sym typeface="Instrument Sans"/>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Google Forms </a:t>
            </a:r>
            <a:endParaRPr sz="1600">
              <a:solidFill>
                <a:srgbClr val="F5F5F4"/>
              </a:solidFill>
              <a:latin typeface="Instrument Sans"/>
              <a:ea typeface="Instrument Sans"/>
              <a:cs typeface="Instrument Sans"/>
              <a:sym typeface="Instrument Sans"/>
            </a:endParaRPr>
          </a:p>
          <a:p>
            <a:pPr indent="-330200" lvl="1" marL="914400" rtl="0" algn="l">
              <a:spcBef>
                <a:spcPts val="0"/>
              </a:spcBef>
              <a:spcAft>
                <a:spcPts val="0"/>
              </a:spcAft>
              <a:buClr>
                <a:srgbClr val="F5F5F4"/>
              </a:buClr>
              <a:buSzPts val="1600"/>
              <a:buFont typeface="Instrument Sans"/>
              <a:buChar char="○"/>
            </a:pPr>
            <a:r>
              <a:rPr lang="en" sz="1600">
                <a:solidFill>
                  <a:srgbClr val="F5F5F4"/>
                </a:solidFill>
                <a:latin typeface="Instrument Sans"/>
                <a:ea typeface="Instrument Sans"/>
                <a:cs typeface="Instrument Sans"/>
                <a:sym typeface="Instrument Sans"/>
              </a:rPr>
              <a:t>PlantUML</a:t>
            </a:r>
            <a:endParaRPr sz="1600">
              <a:solidFill>
                <a:srgbClr val="F5F5F4"/>
              </a:solidFill>
              <a:latin typeface="Instrument Sans"/>
              <a:ea typeface="Instrument Sans"/>
              <a:cs typeface="Instrument Sans"/>
              <a:sym typeface="Instrument Sans"/>
            </a:endParaRPr>
          </a:p>
        </p:txBody>
      </p:sp>
      <p:pic>
        <p:nvPicPr>
          <p:cNvPr id="537" name="Google Shape;537;p71"/>
          <p:cNvPicPr preferRelativeResize="0"/>
          <p:nvPr/>
        </p:nvPicPr>
        <p:blipFill>
          <a:blip r:embed="rId3">
            <a:alphaModFix/>
          </a:blip>
          <a:stretch>
            <a:fillRect/>
          </a:stretch>
        </p:blipFill>
        <p:spPr>
          <a:xfrm>
            <a:off x="6440225" y="1088450"/>
            <a:ext cx="787200" cy="787200"/>
          </a:xfrm>
          <a:prstGeom prst="rect">
            <a:avLst/>
          </a:prstGeom>
          <a:noFill/>
          <a:ln>
            <a:noFill/>
          </a:ln>
        </p:spPr>
      </p:pic>
      <p:pic>
        <p:nvPicPr>
          <p:cNvPr id="538" name="Google Shape;538;p71"/>
          <p:cNvPicPr preferRelativeResize="0"/>
          <p:nvPr/>
        </p:nvPicPr>
        <p:blipFill>
          <a:blip r:embed="rId4">
            <a:alphaModFix/>
          </a:blip>
          <a:stretch>
            <a:fillRect/>
          </a:stretch>
        </p:blipFill>
        <p:spPr>
          <a:xfrm>
            <a:off x="7227425" y="1919950"/>
            <a:ext cx="787200" cy="787200"/>
          </a:xfrm>
          <a:prstGeom prst="rect">
            <a:avLst/>
          </a:prstGeom>
          <a:noFill/>
          <a:ln>
            <a:noFill/>
          </a:ln>
        </p:spPr>
      </p:pic>
      <p:pic>
        <p:nvPicPr>
          <p:cNvPr id="539" name="Google Shape;539;p71"/>
          <p:cNvPicPr preferRelativeResize="0"/>
          <p:nvPr/>
        </p:nvPicPr>
        <p:blipFill>
          <a:blip r:embed="rId5">
            <a:alphaModFix/>
          </a:blip>
          <a:stretch>
            <a:fillRect/>
          </a:stretch>
        </p:blipFill>
        <p:spPr>
          <a:xfrm>
            <a:off x="6440225" y="2707148"/>
            <a:ext cx="787200" cy="787200"/>
          </a:xfrm>
          <a:prstGeom prst="rect">
            <a:avLst/>
          </a:prstGeom>
          <a:noFill/>
          <a:ln>
            <a:noFill/>
          </a:ln>
        </p:spPr>
      </p:pic>
      <p:pic>
        <p:nvPicPr>
          <p:cNvPr id="540" name="Google Shape;540;p71"/>
          <p:cNvPicPr preferRelativeResize="0"/>
          <p:nvPr/>
        </p:nvPicPr>
        <p:blipFill>
          <a:blip r:embed="rId6">
            <a:alphaModFix/>
          </a:blip>
          <a:stretch>
            <a:fillRect/>
          </a:stretch>
        </p:blipFill>
        <p:spPr>
          <a:xfrm>
            <a:off x="5550000" y="1875650"/>
            <a:ext cx="787200" cy="787200"/>
          </a:xfrm>
          <a:prstGeom prst="rect">
            <a:avLst/>
          </a:prstGeom>
          <a:noFill/>
          <a:ln>
            <a:noFill/>
          </a:ln>
        </p:spPr>
      </p:pic>
      <p:sp>
        <p:nvSpPr>
          <p:cNvPr id="541" name="Google Shape;541;p71"/>
          <p:cNvSpPr/>
          <p:nvPr/>
        </p:nvSpPr>
        <p:spPr>
          <a:xfrm>
            <a:off x="8329500" y="4557600"/>
            <a:ext cx="585900" cy="585900"/>
          </a:xfrm>
          <a:prstGeom prst="ellipse">
            <a:avLst/>
          </a:prstGeom>
          <a:solidFill>
            <a:srgbClr val="4A88BD"/>
          </a:solidFill>
          <a:ln>
            <a:noFill/>
          </a:ln>
        </p:spPr>
        <p:txBody>
          <a:bodyPr anchorCtr="0" anchor="ctr" bIns="36575" lIns="36575" spcFirstLastPara="1" rIns="36575" wrap="square" tIns="36575">
            <a:noAutofit/>
          </a:bodyPr>
          <a:lstStyle/>
          <a:p>
            <a:pPr indent="0" lvl="0" marL="0" rtl="0" algn="ctr">
              <a:spcBef>
                <a:spcPts val="0"/>
              </a:spcBef>
              <a:spcAft>
                <a:spcPts val="0"/>
              </a:spcAft>
              <a:buNone/>
            </a:pPr>
            <a:r>
              <a:t/>
            </a:r>
            <a:endParaRPr sz="560">
              <a:latin typeface="Archivo"/>
              <a:ea typeface="Archivo"/>
              <a:cs typeface="Archivo"/>
              <a:sym typeface="Archivo"/>
            </a:endParaRPr>
          </a:p>
        </p:txBody>
      </p:sp>
      <p:sp>
        <p:nvSpPr>
          <p:cNvPr id="542" name="Google Shape;542;p71"/>
          <p:cNvSpPr/>
          <p:nvPr/>
        </p:nvSpPr>
        <p:spPr>
          <a:xfrm>
            <a:off x="0" y="4853175"/>
            <a:ext cx="9144000" cy="289800"/>
          </a:xfrm>
          <a:prstGeom prst="rect">
            <a:avLst/>
          </a:prstGeom>
          <a:solidFill>
            <a:srgbClr val="4A88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pic>
        <p:nvPicPr>
          <p:cNvPr id="543" name="Google Shape;543;p71" title="FruityTech_Studio_Logo_no_bg.png"/>
          <p:cNvPicPr preferRelativeResize="0"/>
          <p:nvPr/>
        </p:nvPicPr>
        <p:blipFill>
          <a:blip r:embed="rId7">
            <a:alphaModFix/>
          </a:blip>
          <a:stretch>
            <a:fillRect/>
          </a:stretch>
        </p:blipFill>
        <p:spPr>
          <a:xfrm>
            <a:off x="8367475" y="4601410"/>
            <a:ext cx="498127" cy="49814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a:themeElements>
    <a:clrScheme name="Simple Light">
      <a:dk1>
        <a:srgbClr val="FFFFFF"/>
      </a:dk1>
      <a:lt1>
        <a:srgbClr val="000000"/>
      </a:lt1>
      <a:dk2>
        <a:srgbClr val="FFFFFF"/>
      </a:dk2>
      <a:lt2>
        <a:srgbClr val="ADC2AC"/>
      </a:lt2>
      <a:accent1>
        <a:srgbClr val="83AFA8"/>
      </a:accent1>
      <a:accent2>
        <a:srgbClr val="346B66"/>
      </a:accent2>
      <a:accent3>
        <a:srgbClr val="78909C"/>
      </a:accent3>
      <a:accent4>
        <a:srgbClr val="3E618F"/>
      </a:accent4>
      <a:accent5>
        <a:srgbClr val="465F59"/>
      </a:accent5>
      <a:accent6>
        <a:srgbClr val="5B7973"/>
      </a:accent6>
      <a:hlink>
        <a:srgbClr val="ADC2A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